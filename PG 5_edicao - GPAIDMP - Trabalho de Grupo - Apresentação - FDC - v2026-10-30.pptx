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0C_88F11C53.xml" ContentType="application/vnd.ms-powerpoint.comments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22"/>
  </p:notesMasterIdLst>
  <p:sldIdLst>
    <p:sldId id="268" r:id="rId5"/>
    <p:sldId id="257" r:id="rId6"/>
    <p:sldId id="307" r:id="rId7"/>
    <p:sldId id="334" r:id="rId8"/>
    <p:sldId id="354" r:id="rId9"/>
    <p:sldId id="335" r:id="rId10"/>
    <p:sldId id="350" r:id="rId11"/>
    <p:sldId id="349" r:id="rId12"/>
    <p:sldId id="338" r:id="rId13"/>
    <p:sldId id="345" r:id="rId14"/>
    <p:sldId id="324" r:id="rId15"/>
    <p:sldId id="344" r:id="rId16"/>
    <p:sldId id="343" r:id="rId17"/>
    <p:sldId id="313" r:id="rId18"/>
    <p:sldId id="271" r:id="rId19"/>
    <p:sldId id="346" r:id="rId20"/>
    <p:sldId id="353" r:id="rId21"/>
  </p:sldIdLst>
  <p:sldSz cx="18288000" cy="10287000"/>
  <p:notesSz cx="6669088" cy="9753600"/>
  <p:embeddedFontLst>
    <p:embeddedFont>
      <p:font typeface="Montserrat Bold" charset="0"/>
      <p:regular r:id="rId23"/>
      <p:bold r:id="rId24"/>
    </p:embeddedFont>
    <p:embeddedFont>
      <p:font typeface="Montserrat" charset="0"/>
      <p:regular r:id="rId25"/>
      <p:bold r:id="rId26"/>
      <p:italic r:id="rId27"/>
      <p:boldItalic r:id="rId28"/>
    </p:embeddedFont>
    <p:embeddedFont>
      <p:font typeface="Baskerville Old Face" pitchFamily="18" charset="0"/>
      <p:regular r:id="rId29"/>
    </p:embeddedFont>
    <p:embeddedFont>
      <p:font typeface="Calibri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075912-9738-D41E-A795-AD81CEAC1C13}" name="Fernando Carvalheiro" initials="FDC" userId="Fernando Carvalheiro" providerId="None"/>
  <p188:author id="{11FA5E1E-88E6-7CB7-AB9C-DC36BB735B97}" name="Henrique Calado Reduto" initials="HR" userId="S::i32959@aln.iseg.ulisboa.pt::c9c59122-1c82-4897-9736-45532022e532" providerId="AD"/>
  <p188:author id="{3F10C471-9FEC-E0F2-685C-1EF9C176BF9E}" name="Gisela Inge Ribeiro Matos" initials="GM" userId="S::i32681@aln.iseg.ulisboa.pt::e8255be8-cad0-4501-bec0-f6cd0375a756" providerId="AD"/>
  <p188:author id="{E1CA5D93-58FF-F167-1A07-87CD1AD00C29}" name="GABRIEL DE BRINO MURAOKA" initials="GM" userId="S::i33042@aln.iseg.ulisboa.pt::2d6e4014-7ac9-46c3-9648-39dadae6f5bb" providerId="AD"/>
  <p188:author id="{0AFC47CA-6698-7A6C-6A94-F5B2DE8941E7}" name="FERNANDO JOSE DUARTE CARVALHEIRO" initials="FC" userId="S::i32993@aln.iseg.ulisboa.pt::29605a4c-49e4-4cc6-b6c9-91d6dc0a0e0b" providerId="AD"/>
  <p188:author id="{DD9C69E8-9ABA-C532-D171-579E4BF50970}" name="PEDRO AFONSO OLEIRO CARREIRO" initials="PC" userId="S::i33075@aln.iseg.ulisboa.pt::d6c47502-67ca-4530-b75f-67f5d81517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FF00"/>
    <a:srgbClr val="0D1117"/>
    <a:srgbClr val="E67A30"/>
    <a:srgbClr val="637FFF"/>
    <a:srgbClr val="919191"/>
    <a:srgbClr val="EEECE1"/>
    <a:srgbClr val="FFC000"/>
    <a:srgbClr val="6B6B6B"/>
    <a:srgbClr val="D7AE9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F14C2-20F2-46EF-B8CC-44FC81EDE630}" v="56" dt="2026-10-17T19:26:40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87" autoAdjust="0"/>
  </p:normalViewPr>
  <p:slideViewPr>
    <p:cSldViewPr snapToGrid="0">
      <p:cViewPr varScale="1">
        <p:scale>
          <a:sx n="59" d="100"/>
          <a:sy n="59" d="100"/>
        </p:scale>
        <p:origin x="-129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JOSE DUARTE CARVALHEIRO" userId="S::i32993@aln.iseg.ulisboa.pt::29605a4c-49e4-4cc6-b6c9-91d6dc0a0e0b" providerId="AD" clId="Web-{4DD5C1D7-A0BC-C3DC-5841-13FAB914AD91}"/>
    <pc:docChg chg="addSld modSld">
      <pc:chgData name="FERNANDO JOSE DUARTE CARVALHEIRO" userId="S::i32993@aln.iseg.ulisboa.pt::29605a4c-49e4-4cc6-b6c9-91d6dc0a0e0b" providerId="AD" clId="Web-{4DD5C1D7-A0BC-C3DC-5841-13FAB914AD91}" dt="2026-10-11T16:39:53.239" v="3" actId="20577"/>
      <pc:docMkLst>
        <pc:docMk/>
      </pc:docMkLst>
      <pc:sldChg chg="addSp modSp new">
        <pc:chgData name="FERNANDO JOSE DUARTE CARVALHEIRO" userId="S::i32993@aln.iseg.ulisboa.pt::29605a4c-49e4-4cc6-b6c9-91d6dc0a0e0b" providerId="AD" clId="Web-{4DD5C1D7-A0BC-C3DC-5841-13FAB914AD91}" dt="2026-10-11T16:39:53.239" v="3" actId="20577"/>
        <pc:sldMkLst>
          <pc:docMk/>
          <pc:sldMk cId="49783006" sldId="342"/>
        </pc:sldMkLst>
        <pc:spChg chg="add mod">
          <ac:chgData name="FERNANDO JOSE DUARTE CARVALHEIRO" userId="S::i32993@aln.iseg.ulisboa.pt::29605a4c-49e4-4cc6-b6c9-91d6dc0a0e0b" providerId="AD" clId="Web-{4DD5C1D7-A0BC-C3DC-5841-13FAB914AD91}" dt="2026-10-11T16:39:53.239" v="3" actId="20577"/>
          <ac:spMkLst>
            <pc:docMk/>
            <pc:sldMk cId="49783006" sldId="342"/>
            <ac:spMk id="2" creationId="{34D38208-D93F-EECB-02CD-1F6E421AE99E}"/>
          </ac:spMkLst>
        </pc:spChg>
      </pc:sldChg>
    </pc:docChg>
  </pc:docChgLst>
  <pc:docChgLst>
    <pc:chgData name="FERNANDO JOSE DUARTE CARVALHEIRO" userId="S::i32993@aln.iseg.ulisboa.pt::29605a4c-49e4-4cc6-b6c9-91d6dc0a0e0b" providerId="AD" clId="Web-{1B1AD774-1C75-185F-50F1-9E55F60391CD}"/>
    <pc:docChg chg="modSld">
      <pc:chgData name="FERNANDO JOSE DUARTE CARVALHEIRO" userId="S::i32993@aln.iseg.ulisboa.pt::29605a4c-49e4-4cc6-b6c9-91d6dc0a0e0b" providerId="AD" clId="Web-{1B1AD774-1C75-185F-50F1-9E55F60391CD}" dt="2026-09-23T18:53:51.897" v="18" actId="1076"/>
      <pc:docMkLst>
        <pc:docMk/>
      </pc:docMkLst>
      <pc:sldChg chg="addSp modSp">
        <pc:chgData name="FERNANDO JOSE DUARTE CARVALHEIRO" userId="S::i32993@aln.iseg.ulisboa.pt::29605a4c-49e4-4cc6-b6c9-91d6dc0a0e0b" providerId="AD" clId="Web-{1B1AD774-1C75-185F-50F1-9E55F60391CD}" dt="2026-09-23T18:53:51.897" v="18" actId="1076"/>
        <pc:sldMkLst>
          <pc:docMk/>
          <pc:sldMk cId="2297502803" sldId="268"/>
        </pc:sldMkLst>
        <pc:picChg chg="add mod ord">
          <ac:chgData name="FERNANDO JOSE DUARTE CARVALHEIRO" userId="S::i32993@aln.iseg.ulisboa.pt::29605a4c-49e4-4cc6-b6c9-91d6dc0a0e0b" providerId="AD" clId="Web-{1B1AD774-1C75-185F-50F1-9E55F60391CD}" dt="2026-09-23T18:53:33.334" v="13" actId="1076"/>
          <ac:picMkLst>
            <pc:docMk/>
            <pc:sldMk cId="2297502803" sldId="268"/>
            <ac:picMk id="2" creationId="{EABA2368-8246-22C0-5C11-A81A939E74BA}"/>
          </ac:picMkLst>
        </pc:picChg>
        <pc:picChg chg="mod">
          <ac:chgData name="FERNANDO JOSE DUARTE CARVALHEIRO" userId="S::i32993@aln.iseg.ulisboa.pt::29605a4c-49e4-4cc6-b6c9-91d6dc0a0e0b" providerId="AD" clId="Web-{1B1AD774-1C75-185F-50F1-9E55F60391CD}" dt="2026-09-23T18:53:51.897" v="18" actId="1076"/>
          <ac:picMkLst>
            <pc:docMk/>
            <pc:sldMk cId="2297502803" sldId="268"/>
            <ac:picMk id="20" creationId="{B34B178C-47F0-2D78-DD2E-B9BDBA9BC5BB}"/>
          </ac:picMkLst>
        </pc:picChg>
      </pc:sldChg>
    </pc:docChg>
  </pc:docChgLst>
  <pc:docChgLst>
    <pc:chgData name="FERNANDO JOSE DUARTE CARVALHEIRO" userId="S::i32993@aln.iseg.ulisboa.pt::29605a4c-49e4-4cc6-b6c9-91d6dc0a0e0b" providerId="AD" clId="Web-{8AD9DC07-3900-37D9-1445-7CC100B23E78}"/>
    <pc:docChg chg="modSld">
      <pc:chgData name="FERNANDO JOSE DUARTE CARVALHEIRO" userId="S::i32993@aln.iseg.ulisboa.pt::29605a4c-49e4-4cc6-b6c9-91d6dc0a0e0b" providerId="AD" clId="Web-{8AD9DC07-3900-37D9-1445-7CC100B23E78}" dt="2026-10-12T19:48:34.736" v="42" actId="1076"/>
      <pc:docMkLst>
        <pc:docMk/>
      </pc:docMkLst>
      <pc:sldChg chg="modSp">
        <pc:chgData name="FERNANDO JOSE DUARTE CARVALHEIRO" userId="S::i32993@aln.iseg.ulisboa.pt::29605a4c-49e4-4cc6-b6c9-91d6dc0a0e0b" providerId="AD" clId="Web-{8AD9DC07-3900-37D9-1445-7CC100B23E78}" dt="2026-10-12T19:45:48.698" v="33" actId="20577"/>
        <pc:sldMkLst>
          <pc:docMk/>
          <pc:sldMk cId="0" sldId="257"/>
        </pc:sldMkLst>
        <pc:spChg chg="mod">
          <ac:chgData name="FERNANDO JOSE DUARTE CARVALHEIRO" userId="S::i32993@aln.iseg.ulisboa.pt::29605a4c-49e4-4cc6-b6c9-91d6dc0a0e0b" providerId="AD" clId="Web-{8AD9DC07-3900-37D9-1445-7CC100B23E78}" dt="2026-10-12T19:44:08.146" v="2" actId="1076"/>
          <ac:spMkLst>
            <pc:docMk/>
            <pc:sldMk cId="0" sldId="257"/>
            <ac:spMk id="2" creationId="{4BC0E295-E8CB-09B6-63A9-3E1EFDEFE543}"/>
          </ac:spMkLst>
        </pc:spChg>
        <pc:spChg chg="mod">
          <ac:chgData name="FERNANDO JOSE DUARTE CARVALHEIRO" userId="S::i32993@aln.iseg.ulisboa.pt::29605a4c-49e4-4cc6-b6c9-91d6dc0a0e0b" providerId="AD" clId="Web-{8AD9DC07-3900-37D9-1445-7CC100B23E78}" dt="2026-10-12T19:45:48.698" v="33" actId="20577"/>
          <ac:spMkLst>
            <pc:docMk/>
            <pc:sldMk cId="0" sldId="257"/>
            <ac:spMk id="11" creationId="{00000000-0000-0000-0000-000000000000}"/>
          </ac:spMkLst>
        </pc:spChg>
      </pc:sldChg>
      <pc:sldChg chg="addSp modSp">
        <pc:chgData name="FERNANDO JOSE DUARTE CARVALHEIRO" userId="S::i32993@aln.iseg.ulisboa.pt::29605a4c-49e4-4cc6-b6c9-91d6dc0a0e0b" providerId="AD" clId="Web-{8AD9DC07-3900-37D9-1445-7CC100B23E78}" dt="2026-10-12T19:48:34.736" v="42" actId="1076"/>
        <pc:sldMkLst>
          <pc:docMk/>
          <pc:sldMk cId="49783006" sldId="342"/>
        </pc:sldMkLst>
        <pc:spChg chg="mod">
          <ac:chgData name="FERNANDO JOSE DUARTE CARVALHEIRO" userId="S::i32993@aln.iseg.ulisboa.pt::29605a4c-49e4-4cc6-b6c9-91d6dc0a0e0b" providerId="AD" clId="Web-{8AD9DC07-3900-37D9-1445-7CC100B23E78}" dt="2026-10-12T19:48:10.329" v="39" actId="20577"/>
          <ac:spMkLst>
            <pc:docMk/>
            <pc:sldMk cId="49783006" sldId="342"/>
            <ac:spMk id="2" creationId="{34D38208-D93F-EECB-02CD-1F6E421AE99E}"/>
          </ac:spMkLst>
        </pc:spChg>
        <pc:graphicFrameChg chg="add mod">
          <ac:chgData name="FERNANDO JOSE DUARTE CARVALHEIRO" userId="S::i32993@aln.iseg.ulisboa.pt::29605a4c-49e4-4cc6-b6c9-91d6dc0a0e0b" providerId="AD" clId="Web-{8AD9DC07-3900-37D9-1445-7CC100B23E78}" dt="2026-10-12T19:48:10.766" v="40"/>
          <ac:graphicFrameMkLst>
            <pc:docMk/>
            <pc:sldMk cId="49783006" sldId="342"/>
            <ac:graphicFrameMk id="4" creationId="{D672FB89-72F1-81C4-78AE-34925C302BEA}"/>
          </ac:graphicFrameMkLst>
        </pc:graphicFrameChg>
        <pc:graphicFrameChg chg="add mod">
          <ac:chgData name="FERNANDO JOSE DUARTE CARVALHEIRO" userId="S::i32993@aln.iseg.ulisboa.pt::29605a4c-49e4-4cc6-b6c9-91d6dc0a0e0b" providerId="AD" clId="Web-{8AD9DC07-3900-37D9-1445-7CC100B23E78}" dt="2026-10-12T19:48:34.736" v="42" actId="1076"/>
          <ac:graphicFrameMkLst>
            <pc:docMk/>
            <pc:sldMk cId="49783006" sldId="342"/>
            <ac:graphicFrameMk id="6" creationId="{ED7AE337-8375-859E-23EB-E1A68C996008}"/>
          </ac:graphicFrameMkLst>
        </pc:graphicFrameChg>
      </pc:sldChg>
    </pc:docChg>
  </pc:docChgLst>
  <pc:docChgLst>
    <pc:chgData name="FERNANDO JOSE DUARTE CARVALHEIRO" userId="S::i32993@aln.iseg.ulisboa.pt::29605a4c-49e4-4cc6-b6c9-91d6dc0a0e0b" providerId="AD" clId="Web-{1CB7946E-9098-E24F-040B-EA9800DDA6BF}"/>
    <pc:docChg chg="delSld modSld">
      <pc:chgData name="FERNANDO JOSE DUARTE CARVALHEIRO" userId="S::i32993@aln.iseg.ulisboa.pt::29605a4c-49e4-4cc6-b6c9-91d6dc0a0e0b" providerId="AD" clId="Web-{1CB7946E-9098-E24F-040B-EA9800DDA6BF}" dt="2026-09-23T07:29:51.206" v="182"/>
      <pc:docMkLst>
        <pc:docMk/>
      </pc:docMkLst>
      <pc:sldChg chg="addSp modSp">
        <pc:chgData name="FERNANDO JOSE DUARTE CARVALHEIRO" userId="S::i32993@aln.iseg.ulisboa.pt::29605a4c-49e4-4cc6-b6c9-91d6dc0a0e0b" providerId="AD" clId="Web-{1CB7946E-9098-E24F-040B-EA9800DDA6BF}" dt="2026-09-23T07:27:38.639" v="158" actId="688"/>
        <pc:sldMkLst>
          <pc:docMk/>
          <pc:sldMk cId="0" sldId="257"/>
        </pc:sldMkLst>
        <pc:spChg chg="add mod">
          <ac:chgData name="FERNANDO JOSE DUARTE CARVALHEIRO" userId="S::i32993@aln.iseg.ulisboa.pt::29605a4c-49e4-4cc6-b6c9-91d6dc0a0e0b" providerId="AD" clId="Web-{1CB7946E-9098-E24F-040B-EA9800DDA6BF}" dt="2026-09-23T07:27:38.639" v="158" actId="688"/>
          <ac:spMkLst>
            <pc:docMk/>
            <pc:sldMk cId="0" sldId="257"/>
            <ac:spMk id="2" creationId="{4BC0E295-E8CB-09B6-63A9-3E1EFDEFE543}"/>
          </ac:spMkLst>
        </pc:spChg>
      </pc:sldChg>
      <pc:sldChg chg="addSp delSp modSp">
        <pc:chgData name="FERNANDO JOSE DUARTE CARVALHEIRO" userId="S::i32993@aln.iseg.ulisboa.pt::29605a4c-49e4-4cc6-b6c9-91d6dc0a0e0b" providerId="AD" clId="Web-{1CB7946E-9098-E24F-040B-EA9800DDA6BF}" dt="2026-09-23T07:26:58.638" v="148" actId="20577"/>
        <pc:sldMkLst>
          <pc:docMk/>
          <pc:sldMk cId="2297502803" sldId="268"/>
        </pc:sldMkLst>
        <pc:spChg chg="mod">
          <ac:chgData name="FERNANDO JOSE DUARTE CARVALHEIRO" userId="S::i32993@aln.iseg.ulisboa.pt::29605a4c-49e4-4cc6-b6c9-91d6dc0a0e0b" providerId="AD" clId="Web-{1CB7946E-9098-E24F-040B-EA9800DDA6BF}" dt="2026-09-23T06:47:20.697" v="33" actId="20577"/>
          <ac:spMkLst>
            <pc:docMk/>
            <pc:sldMk cId="2297502803" sldId="268"/>
            <ac:spMk id="4" creationId="{FA5C7534-E7DF-C9BF-0E73-27D17455ABD4}"/>
          </ac:spMkLst>
        </pc:spChg>
        <pc:spChg chg="mod">
          <ac:chgData name="FERNANDO JOSE DUARTE CARVALHEIRO" userId="S::i32993@aln.iseg.ulisboa.pt::29605a4c-49e4-4cc6-b6c9-91d6dc0a0e0b" providerId="AD" clId="Web-{1CB7946E-9098-E24F-040B-EA9800DDA6BF}" dt="2026-09-23T06:51:03.197" v="80" actId="20577"/>
          <ac:spMkLst>
            <pc:docMk/>
            <pc:sldMk cId="2297502803" sldId="268"/>
            <ac:spMk id="8" creationId="{EBFCD2BC-2ACA-BC43-FDD4-0F0DD95C6E2A}"/>
          </ac:spMkLst>
        </pc:spChg>
        <pc:spChg chg="mod">
          <ac:chgData name="FERNANDO JOSE DUARTE CARVALHEIRO" userId="S::i32993@aln.iseg.ulisboa.pt::29605a4c-49e4-4cc6-b6c9-91d6dc0a0e0b" providerId="AD" clId="Web-{1CB7946E-9098-E24F-040B-EA9800DDA6BF}" dt="2026-09-23T07:26:58.638" v="148" actId="20577"/>
          <ac:spMkLst>
            <pc:docMk/>
            <pc:sldMk cId="2297502803" sldId="268"/>
            <ac:spMk id="11" creationId="{5B633275-193A-78AE-2C2A-D9E6BB892633}"/>
          </ac:spMkLst>
        </pc:spChg>
        <pc:picChg chg="add mod">
          <ac:chgData name="FERNANDO JOSE DUARTE CARVALHEIRO" userId="S::i32993@aln.iseg.ulisboa.pt::29605a4c-49e4-4cc6-b6c9-91d6dc0a0e0b" providerId="AD" clId="Web-{1CB7946E-9098-E24F-040B-EA9800DDA6BF}" dt="2026-09-23T07:20:04.422" v="93" actId="1076"/>
          <ac:picMkLst>
            <pc:docMk/>
            <pc:sldMk cId="2297502803" sldId="268"/>
            <ac:picMk id="20" creationId="{B34B178C-47F0-2D78-DD2E-B9BDBA9BC5BB}"/>
          </ac:picMkLst>
        </pc:picChg>
        <pc:cxnChg chg="mod">
          <ac:chgData name="FERNANDO JOSE DUARTE CARVALHEIRO" userId="S::i32993@aln.iseg.ulisboa.pt::29605a4c-49e4-4cc6-b6c9-91d6dc0a0e0b" providerId="AD" clId="Web-{1CB7946E-9098-E24F-040B-EA9800DDA6BF}" dt="2026-09-23T07:21:42.769" v="107" actId="1076"/>
          <ac:cxnSpMkLst>
            <pc:docMk/>
            <pc:sldMk cId="2297502803" sldId="268"/>
            <ac:cxnSpMk id="21" creationId="{DB6F408B-BFBF-11B6-322B-B6EA98A1FCCA}"/>
          </ac:cxnSpMkLst>
        </pc:cxnChg>
      </pc:sldChg>
      <pc:sldChg chg="addSp delSp modSp">
        <pc:chgData name="FERNANDO JOSE DUARTE CARVALHEIRO" userId="S::i32993@aln.iseg.ulisboa.pt::29605a4c-49e4-4cc6-b6c9-91d6dc0a0e0b" providerId="AD" clId="Web-{1CB7946E-9098-E24F-040B-EA9800DDA6BF}" dt="2026-09-23T07:29:15.174" v="181" actId="20577"/>
        <pc:sldMkLst>
          <pc:docMk/>
          <pc:sldMk cId="2377138327" sldId="271"/>
        </pc:sldMkLst>
        <pc:spChg chg="mod">
          <ac:chgData name="FERNANDO JOSE DUARTE CARVALHEIRO" userId="S::i32993@aln.iseg.ulisboa.pt::29605a4c-49e4-4cc6-b6c9-91d6dc0a0e0b" providerId="AD" clId="Web-{1CB7946E-9098-E24F-040B-EA9800DDA6BF}" dt="2026-09-23T07:29:15.174" v="181" actId="20577"/>
          <ac:spMkLst>
            <pc:docMk/>
            <pc:sldMk cId="2377138327" sldId="271"/>
            <ac:spMk id="11" creationId="{4EC1CB38-5F9C-EFD7-7ABA-87A5C34D8150}"/>
          </ac:spMkLst>
        </pc:spChg>
        <pc:picChg chg="add">
          <ac:chgData name="FERNANDO JOSE DUARTE CARVALHEIRO" userId="S::i32993@aln.iseg.ulisboa.pt::29605a4c-49e4-4cc6-b6c9-91d6dc0a0e0b" providerId="AD" clId="Web-{1CB7946E-9098-E24F-040B-EA9800DDA6BF}" dt="2026-09-23T07:28:27.141" v="165"/>
          <ac:picMkLst>
            <pc:docMk/>
            <pc:sldMk cId="2377138327" sldId="271"/>
            <ac:picMk id="20" creationId="{C0F5C303-1921-FFC7-6DDB-2EBF60E0DFD1}"/>
          </ac:picMkLst>
        </pc:picChg>
      </pc:sldChg>
      <pc:sldChg chg="modSp">
        <pc:chgData name="FERNANDO JOSE DUARTE CARVALHEIRO" userId="S::i32993@aln.iseg.ulisboa.pt::29605a4c-49e4-4cc6-b6c9-91d6dc0a0e0b" providerId="AD" clId="Web-{1CB7946E-9098-E24F-040B-EA9800DDA6BF}" dt="2026-09-23T07:27:58.890" v="163" actId="20577"/>
        <pc:sldMkLst>
          <pc:docMk/>
          <pc:sldMk cId="1416734092" sldId="307"/>
        </pc:sldMkLst>
        <pc:spChg chg="mod">
          <ac:chgData name="FERNANDO JOSE DUARTE CARVALHEIRO" userId="S::i32993@aln.iseg.ulisboa.pt::29605a4c-49e4-4cc6-b6c9-91d6dc0a0e0b" providerId="AD" clId="Web-{1CB7946E-9098-E24F-040B-EA9800DDA6BF}" dt="2026-09-23T07:27:58.890" v="163" actId="20577"/>
          <ac:spMkLst>
            <pc:docMk/>
            <pc:sldMk cId="1416734092" sldId="307"/>
            <ac:spMk id="7" creationId="{489821CA-0B4D-61D7-1490-E54103D18016}"/>
          </ac:spMkLst>
        </pc:spChg>
      </pc:sldChg>
    </pc:docChg>
  </pc:docChgLst>
  <pc:docChgLst>
    <pc:chgData name="Fernando Carvalheiro" userId="85d91e87-3cf4-48e0-9b09-c5079db07c6d" providerId="ADAL" clId="{C7D10766-887D-4765-AACF-2DC68CDBC8A7}"/>
    <pc:docChg chg="undo custSel addSld delSld modSld sldOrd">
      <pc:chgData name="Fernando Carvalheiro" userId="85d91e87-3cf4-48e0-9b09-c5079db07c6d" providerId="ADAL" clId="{C7D10766-887D-4765-AACF-2DC68CDBC8A7}" dt="2026-10-18T15:58:35.021" v="2358" actId="6549"/>
      <pc:docMkLst>
        <pc:docMk/>
      </pc:docMkLst>
      <pc:sldChg chg="modSp mod">
        <pc:chgData name="Fernando Carvalheiro" userId="85d91e87-3cf4-48e0-9b09-c5079db07c6d" providerId="ADAL" clId="{C7D10766-887D-4765-AACF-2DC68CDBC8A7}" dt="2026-10-17T17:23:38.984" v="485" actId="20577"/>
        <pc:sldMkLst>
          <pc:docMk/>
          <pc:sldMk cId="0" sldId="257"/>
        </pc:sldMkLst>
        <pc:spChg chg="mod">
          <ac:chgData name="Fernando Carvalheiro" userId="85d91e87-3cf4-48e0-9b09-c5079db07c6d" providerId="ADAL" clId="{C7D10766-887D-4765-AACF-2DC68CDBC8A7}" dt="2026-10-17T17:23:38.984" v="485" actId="20577"/>
          <ac:spMkLst>
            <pc:docMk/>
            <pc:sldMk cId="0" sldId="257"/>
            <ac:spMk id="11" creationId="{00000000-0000-0000-0000-000000000000}"/>
          </ac:spMkLst>
        </pc:spChg>
      </pc:sldChg>
      <pc:sldChg chg="addSp delSp modSp mod modShow">
        <pc:chgData name="Fernando Carvalheiro" userId="85d91e87-3cf4-48e0-9b09-c5079db07c6d" providerId="ADAL" clId="{C7D10766-887D-4765-AACF-2DC68CDBC8A7}" dt="2026-10-17T18:33:15.702" v="1829" actId="14100"/>
        <pc:sldMkLst>
          <pc:docMk/>
          <pc:sldMk cId="1080416540" sldId="265"/>
        </pc:sldMkLst>
        <pc:spChg chg="add mod">
          <ac:chgData name="Fernando Carvalheiro" userId="85d91e87-3cf4-48e0-9b09-c5079db07c6d" providerId="ADAL" clId="{C7D10766-887D-4765-AACF-2DC68CDBC8A7}" dt="2026-10-17T18:06:24.423" v="1211" actId="11529"/>
          <ac:spMkLst>
            <pc:docMk/>
            <pc:sldMk cId="1080416540" sldId="265"/>
            <ac:spMk id="2" creationId="{D1038FC9-F198-88EB-F059-9398AF83FE5D}"/>
          </ac:spMkLst>
        </pc:spChg>
        <pc:spChg chg="add mod">
          <ac:chgData name="Fernando Carvalheiro" userId="85d91e87-3cf4-48e0-9b09-c5079db07c6d" providerId="ADAL" clId="{C7D10766-887D-4765-AACF-2DC68CDBC8A7}" dt="2026-10-17T18:33:03.151" v="1826" actId="14100"/>
          <ac:spMkLst>
            <pc:docMk/>
            <pc:sldMk cId="1080416540" sldId="265"/>
            <ac:spMk id="3" creationId="{C4E47987-8F19-8AA9-A799-BAC8979FCC43}"/>
          </ac:spMkLst>
        </pc:spChg>
        <pc:spChg chg="add mod">
          <ac:chgData name="Fernando Carvalheiro" userId="85d91e87-3cf4-48e0-9b09-c5079db07c6d" providerId="ADAL" clId="{C7D10766-887D-4765-AACF-2DC68CDBC8A7}" dt="2026-10-17T18:33:00.183" v="1825" actId="14100"/>
          <ac:spMkLst>
            <pc:docMk/>
            <pc:sldMk cId="1080416540" sldId="265"/>
            <ac:spMk id="5" creationId="{462C3CF7-60CE-F14D-CD10-E351D2425FB6}"/>
          </ac:spMkLst>
        </pc:spChg>
        <pc:spChg chg="add del mod">
          <ac:chgData name="Fernando Carvalheiro" userId="85d91e87-3cf4-48e0-9b09-c5079db07c6d" providerId="ADAL" clId="{C7D10766-887D-4765-AACF-2DC68CDBC8A7}" dt="2026-10-17T18:17:18.182" v="1587" actId="478"/>
          <ac:spMkLst>
            <pc:docMk/>
            <pc:sldMk cId="1080416540" sldId="265"/>
            <ac:spMk id="7" creationId="{DBB4E167-4C7A-2099-C880-3F5F263683FA}"/>
          </ac:spMkLst>
        </pc:spChg>
        <pc:spChg chg="mod">
          <ac:chgData name="Fernando Carvalheiro" userId="85d91e87-3cf4-48e0-9b09-c5079db07c6d" providerId="ADAL" clId="{C7D10766-887D-4765-AACF-2DC68CDBC8A7}" dt="2026-10-17T17:54:02.312" v="875" actId="20577"/>
          <ac:spMkLst>
            <pc:docMk/>
            <pc:sldMk cId="1080416540" sldId="265"/>
            <ac:spMk id="11" creationId="{E44EF3F1-E239-2435-DCB8-17D5959A6ED3}"/>
          </ac:spMkLst>
        </pc:spChg>
        <pc:spChg chg="mod">
          <ac:chgData name="Fernando Carvalheiro" userId="85d91e87-3cf4-48e0-9b09-c5079db07c6d" providerId="ADAL" clId="{C7D10766-887D-4765-AACF-2DC68CDBC8A7}" dt="2026-10-17T18:20:35.361" v="1616" actId="20577"/>
          <ac:spMkLst>
            <pc:docMk/>
            <pc:sldMk cId="1080416540" sldId="265"/>
            <ac:spMk id="12" creationId="{9D130149-B232-521E-149D-22BFC92C354C}"/>
          </ac:spMkLst>
        </pc:spChg>
        <pc:graphicFrameChg chg="del mod modGraphic">
          <ac:chgData name="Fernando Carvalheiro" userId="85d91e87-3cf4-48e0-9b09-c5079db07c6d" providerId="ADAL" clId="{C7D10766-887D-4765-AACF-2DC68CDBC8A7}" dt="2026-10-17T18:07:33.020" v="1219" actId="478"/>
          <ac:graphicFrameMkLst>
            <pc:docMk/>
            <pc:sldMk cId="1080416540" sldId="265"/>
            <ac:graphicFrameMk id="10" creationId="{C6F4B831-CDDA-D22A-5AEA-9391F8FA9C82}"/>
          </ac:graphicFrameMkLst>
        </pc:graphicFrameChg>
        <pc:cxnChg chg="add mod">
          <ac:chgData name="Fernando Carvalheiro" userId="85d91e87-3cf4-48e0-9b09-c5079db07c6d" providerId="ADAL" clId="{C7D10766-887D-4765-AACF-2DC68CDBC8A7}" dt="2026-10-17T18:33:03.151" v="1826" actId="14100"/>
          <ac:cxnSpMkLst>
            <pc:docMk/>
            <pc:sldMk cId="1080416540" sldId="265"/>
            <ac:cxnSpMk id="9" creationId="{A829C840-AC13-D51B-5791-B3DED81701FA}"/>
          </ac:cxnSpMkLst>
        </pc:cxnChg>
        <pc:cxnChg chg="add mod">
          <ac:chgData name="Fernando Carvalheiro" userId="85d91e87-3cf4-48e0-9b09-c5079db07c6d" providerId="ADAL" clId="{C7D10766-887D-4765-AACF-2DC68CDBC8A7}" dt="2026-10-17T18:33:15.702" v="1829" actId="14100"/>
          <ac:cxnSpMkLst>
            <pc:docMk/>
            <pc:sldMk cId="1080416540" sldId="265"/>
            <ac:cxnSpMk id="14" creationId="{94803AA6-9658-1E9C-35D1-0B82C519C5C3}"/>
          </ac:cxnSpMkLst>
        </pc:cxnChg>
      </pc:sldChg>
      <pc:sldChg chg="modSp mod">
        <pc:chgData name="Fernando Carvalheiro" userId="85d91e87-3cf4-48e0-9b09-c5079db07c6d" providerId="ADAL" clId="{C7D10766-887D-4765-AACF-2DC68CDBC8A7}" dt="2026-10-18T15:57:50.754" v="2337" actId="6549"/>
        <pc:sldMkLst>
          <pc:docMk/>
          <pc:sldMk cId="2297502803" sldId="268"/>
        </pc:sldMkLst>
        <pc:spChg chg="mod">
          <ac:chgData name="Fernando Carvalheiro" userId="85d91e87-3cf4-48e0-9b09-c5079db07c6d" providerId="ADAL" clId="{C7D10766-887D-4765-AACF-2DC68CDBC8A7}" dt="2026-10-18T15:57:50.754" v="2337" actId="6549"/>
          <ac:spMkLst>
            <pc:docMk/>
            <pc:sldMk cId="2297502803" sldId="268"/>
            <ac:spMk id="11" creationId="{5B633275-193A-78AE-2C2A-D9E6BB892633}"/>
          </ac:spMkLst>
        </pc:spChg>
      </pc:sldChg>
      <pc:sldChg chg="modSp mod modShow modNotesTx">
        <pc:chgData name="Fernando Carvalheiro" userId="85d91e87-3cf4-48e0-9b09-c5079db07c6d" providerId="ADAL" clId="{C7D10766-887D-4765-AACF-2DC68CDBC8A7}" dt="2026-10-18T15:58:35.021" v="2358" actId="6549"/>
        <pc:sldMkLst>
          <pc:docMk/>
          <pc:sldMk cId="1416734092" sldId="307"/>
        </pc:sldMkLst>
        <pc:spChg chg="mod">
          <ac:chgData name="Fernando Carvalheiro" userId="85d91e87-3cf4-48e0-9b09-c5079db07c6d" providerId="ADAL" clId="{C7D10766-887D-4765-AACF-2DC68CDBC8A7}" dt="2026-10-18T15:58:20.286" v="2354" actId="20577"/>
          <ac:spMkLst>
            <pc:docMk/>
            <pc:sldMk cId="1416734092" sldId="307"/>
            <ac:spMk id="7" creationId="{489821CA-0B4D-61D7-1490-E54103D18016}"/>
          </ac:spMkLst>
        </pc:spChg>
      </pc:sldChg>
      <pc:sldChg chg="modSp mod">
        <pc:chgData name="Fernando Carvalheiro" userId="85d91e87-3cf4-48e0-9b09-c5079db07c6d" providerId="ADAL" clId="{C7D10766-887D-4765-AACF-2DC68CDBC8A7}" dt="2026-10-17T17:12:56.350" v="301" actId="20577"/>
        <pc:sldMkLst>
          <pc:docMk/>
          <pc:sldMk cId="3283504708" sldId="313"/>
        </pc:sldMkLst>
        <pc:spChg chg="mod">
          <ac:chgData name="Fernando Carvalheiro" userId="85d91e87-3cf4-48e0-9b09-c5079db07c6d" providerId="ADAL" clId="{C7D10766-887D-4765-AACF-2DC68CDBC8A7}" dt="2026-10-17T17:12:56.350" v="301" actId="20577"/>
          <ac:spMkLst>
            <pc:docMk/>
            <pc:sldMk cId="3283504708" sldId="313"/>
            <ac:spMk id="2" creationId="{09E6C2C1-641A-BFCB-1771-76834E4B148C}"/>
          </ac:spMkLst>
        </pc:spChg>
        <pc:spChg chg="mod">
          <ac:chgData name="Fernando Carvalheiro" userId="85d91e87-3cf4-48e0-9b09-c5079db07c6d" providerId="ADAL" clId="{C7D10766-887D-4765-AACF-2DC68CDBC8A7}" dt="2026-10-17T17:10:29.390" v="179" actId="207"/>
          <ac:spMkLst>
            <pc:docMk/>
            <pc:sldMk cId="3283504708" sldId="313"/>
            <ac:spMk id="3" creationId="{83C4F4E7-EB39-4C90-8545-BD3E9F4EEF69}"/>
          </ac:spMkLst>
        </pc:spChg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3118177467" sldId="322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1294905345" sldId="324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3412932770" sldId="325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1472865719" sldId="330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3805175170" sldId="334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984547372" sldId="335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3048844706" sldId="336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3042430909" sldId="338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2766214464" sldId="340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110920949" sldId="341"/>
        </pc:sldMkLst>
      </pc:sldChg>
      <pc:sldChg chg="mod modShow">
        <pc:chgData name="Fernando Carvalheiro" userId="85d91e87-3cf4-48e0-9b09-c5079db07c6d" providerId="ADAL" clId="{C7D10766-887D-4765-AACF-2DC68CDBC8A7}" dt="2026-10-17T17:51:20.652" v="854" actId="729"/>
        <pc:sldMkLst>
          <pc:docMk/>
          <pc:sldMk cId="49783006" sldId="342"/>
        </pc:sldMkLst>
      </pc:sldChg>
      <pc:sldChg chg="addSp delSp modSp add mod ord">
        <pc:chgData name="Fernando Carvalheiro" userId="85d91e87-3cf4-48e0-9b09-c5079db07c6d" providerId="ADAL" clId="{C7D10766-887D-4765-AACF-2DC68CDBC8A7}" dt="2026-10-17T17:30:17.894" v="517" actId="20577"/>
        <pc:sldMkLst>
          <pc:docMk/>
          <pc:sldMk cId="879192222" sldId="343"/>
        </pc:sldMkLst>
        <pc:spChg chg="del mod">
          <ac:chgData name="Fernando Carvalheiro" userId="85d91e87-3cf4-48e0-9b09-c5079db07c6d" providerId="ADAL" clId="{C7D10766-887D-4765-AACF-2DC68CDBC8A7}" dt="2026-10-17T17:08:09.473" v="137" actId="478"/>
          <ac:spMkLst>
            <pc:docMk/>
            <pc:sldMk cId="879192222" sldId="343"/>
            <ac:spMk id="2" creationId="{17A66E7F-B6F0-F6B3-3544-F11BA8E7F947}"/>
          </ac:spMkLst>
        </pc:spChg>
        <pc:spChg chg="add mod">
          <ac:chgData name="Fernando Carvalheiro" userId="85d91e87-3cf4-48e0-9b09-c5079db07c6d" providerId="ADAL" clId="{C7D10766-887D-4765-AACF-2DC68CDBC8A7}" dt="2026-10-17T17:23:08.147" v="461" actId="20577"/>
          <ac:spMkLst>
            <pc:docMk/>
            <pc:sldMk cId="879192222" sldId="343"/>
            <ac:spMk id="3" creationId="{87146F85-5F74-267E-759C-43DD22C0AFD0}"/>
          </ac:spMkLst>
        </pc:spChg>
        <pc:spChg chg="mod">
          <ac:chgData name="Fernando Carvalheiro" userId="85d91e87-3cf4-48e0-9b09-c5079db07c6d" providerId="ADAL" clId="{C7D10766-887D-4765-AACF-2DC68CDBC8A7}" dt="2026-10-17T17:30:17.894" v="517" actId="20577"/>
          <ac:spMkLst>
            <pc:docMk/>
            <pc:sldMk cId="879192222" sldId="343"/>
            <ac:spMk id="7" creationId="{0BA8AC64-978C-05DC-AB88-60B176C412FF}"/>
          </ac:spMkLst>
        </pc:spChg>
      </pc:sldChg>
      <pc:sldChg chg="addSp modSp add mod modNotesTx">
        <pc:chgData name="Fernando Carvalheiro" userId="85d91e87-3cf4-48e0-9b09-c5079db07c6d" providerId="ADAL" clId="{C7D10766-887D-4765-AACF-2DC68CDBC8A7}" dt="2026-10-17T17:50:21.193" v="853" actId="20577"/>
        <pc:sldMkLst>
          <pc:docMk/>
          <pc:sldMk cId="203185821" sldId="344"/>
        </pc:sldMkLst>
        <pc:spChg chg="add mod">
          <ac:chgData name="Fernando Carvalheiro" userId="85d91e87-3cf4-48e0-9b09-c5079db07c6d" providerId="ADAL" clId="{C7D10766-887D-4765-AACF-2DC68CDBC8A7}" dt="2026-10-17T17:18:17.353" v="302"/>
          <ac:spMkLst>
            <pc:docMk/>
            <pc:sldMk cId="203185821" sldId="344"/>
            <ac:spMk id="2" creationId="{65E3735C-33FC-B068-9395-31412D3622D4}"/>
          </ac:spMkLst>
        </pc:spChg>
        <pc:spChg chg="mod">
          <ac:chgData name="Fernando Carvalheiro" userId="85d91e87-3cf4-48e0-9b09-c5079db07c6d" providerId="ADAL" clId="{C7D10766-887D-4765-AACF-2DC68CDBC8A7}" dt="2026-10-17T17:50:21.193" v="853" actId="20577"/>
          <ac:spMkLst>
            <pc:docMk/>
            <pc:sldMk cId="203185821" sldId="344"/>
            <ac:spMk id="3" creationId="{845580E8-524B-013B-025A-DD2BE96E8923}"/>
          </ac:spMkLst>
        </pc:spChg>
        <pc:spChg chg="add">
          <ac:chgData name="Fernando Carvalheiro" userId="85d91e87-3cf4-48e0-9b09-c5079db07c6d" providerId="ADAL" clId="{C7D10766-887D-4765-AACF-2DC68CDBC8A7}" dt="2026-10-17T17:19:07.744" v="303"/>
          <ac:spMkLst>
            <pc:docMk/>
            <pc:sldMk cId="203185821" sldId="344"/>
            <ac:spMk id="4" creationId="{0C29CDA9-B59D-44AE-D89F-BC0EECED1F3E}"/>
          </ac:spMkLst>
        </pc:spChg>
        <pc:spChg chg="mod">
          <ac:chgData name="Fernando Carvalheiro" userId="85d91e87-3cf4-48e0-9b09-c5079db07c6d" providerId="ADAL" clId="{C7D10766-887D-4765-AACF-2DC68CDBC8A7}" dt="2026-10-17T17:25:09.297" v="500" actId="20577"/>
          <ac:spMkLst>
            <pc:docMk/>
            <pc:sldMk cId="203185821" sldId="344"/>
            <ac:spMk id="7" creationId="{CE8433FF-2FD8-F6C9-2278-C4E3DE2A7FC3}"/>
          </ac:spMkLst>
        </pc:spChg>
        <pc:picChg chg="add mod">
          <ac:chgData name="Fernando Carvalheiro" userId="85d91e87-3cf4-48e0-9b09-c5079db07c6d" providerId="ADAL" clId="{C7D10766-887D-4765-AACF-2DC68CDBC8A7}" dt="2026-10-17T17:24:51.180" v="491" actId="692"/>
          <ac:picMkLst>
            <pc:docMk/>
            <pc:sldMk cId="203185821" sldId="344"/>
            <ac:picMk id="5" creationId="{6CAE6B40-0E09-8A35-A97D-1C4AB61CFA9C}"/>
          </ac:picMkLst>
        </pc:picChg>
      </pc:sldChg>
      <pc:sldChg chg="modSp add mod ord modNotesTx">
        <pc:chgData name="Fernando Carvalheiro" userId="85d91e87-3cf4-48e0-9b09-c5079db07c6d" providerId="ADAL" clId="{C7D10766-887D-4765-AACF-2DC68CDBC8A7}" dt="2026-10-17T18:58:40.716" v="2187" actId="5793"/>
        <pc:sldMkLst>
          <pc:docMk/>
          <pc:sldMk cId="4211769760" sldId="345"/>
        </pc:sldMkLst>
        <pc:spChg chg="mod">
          <ac:chgData name="Fernando Carvalheiro" userId="85d91e87-3cf4-48e0-9b09-c5079db07c6d" providerId="ADAL" clId="{C7D10766-887D-4765-AACF-2DC68CDBC8A7}" dt="2026-10-17T17:31:29.905" v="544" actId="20577"/>
          <ac:spMkLst>
            <pc:docMk/>
            <pc:sldMk cId="4211769760" sldId="345"/>
            <ac:spMk id="3" creationId="{87AFEEB8-EFCF-432A-0632-B88848EDF84C}"/>
          </ac:spMkLst>
        </pc:spChg>
        <pc:spChg chg="mod">
          <ac:chgData name="Fernando Carvalheiro" userId="85d91e87-3cf4-48e0-9b09-c5079db07c6d" providerId="ADAL" clId="{C7D10766-887D-4765-AACF-2DC68CDBC8A7}" dt="2026-10-17T18:58:40.716" v="2187" actId="5793"/>
          <ac:spMkLst>
            <pc:docMk/>
            <pc:sldMk cId="4211769760" sldId="345"/>
            <ac:spMk id="7" creationId="{B5CB6E9E-CFF2-18B7-75DF-407D6272211E}"/>
          </ac:spMkLst>
        </pc:spChg>
      </pc:sldChg>
      <pc:sldChg chg="modSp add mod">
        <pc:chgData name="Fernando Carvalheiro" userId="85d91e87-3cf4-48e0-9b09-c5079db07c6d" providerId="ADAL" clId="{C7D10766-887D-4765-AACF-2DC68CDBC8A7}" dt="2026-10-17T19:39:22.924" v="2325" actId="20577"/>
        <pc:sldMkLst>
          <pc:docMk/>
          <pc:sldMk cId="118861506" sldId="346"/>
        </pc:sldMkLst>
        <pc:spChg chg="mod">
          <ac:chgData name="Fernando Carvalheiro" userId="85d91e87-3cf4-48e0-9b09-c5079db07c6d" providerId="ADAL" clId="{C7D10766-887D-4765-AACF-2DC68CDBC8A7}" dt="2026-10-17T18:46:28.798" v="1891" actId="207"/>
          <ac:spMkLst>
            <pc:docMk/>
            <pc:sldMk cId="118861506" sldId="346"/>
            <ac:spMk id="3" creationId="{DDF064DD-C47C-1D4C-1EA6-5D3861EA0D4D}"/>
          </ac:spMkLst>
        </pc:spChg>
        <pc:spChg chg="mod">
          <ac:chgData name="Fernando Carvalheiro" userId="85d91e87-3cf4-48e0-9b09-c5079db07c6d" providerId="ADAL" clId="{C7D10766-887D-4765-AACF-2DC68CDBC8A7}" dt="2026-10-17T19:39:22.924" v="2325" actId="20577"/>
          <ac:spMkLst>
            <pc:docMk/>
            <pc:sldMk cId="118861506" sldId="346"/>
            <ac:spMk id="7" creationId="{E11EE3E7-D92F-D4A0-4A1C-14E1824B32CA}"/>
          </ac:spMkLst>
        </pc:spChg>
      </pc:sldChg>
      <pc:sldChg chg="add del mod modShow">
        <pc:chgData name="Fernando Carvalheiro" userId="85d91e87-3cf4-48e0-9b09-c5079db07c6d" providerId="ADAL" clId="{C7D10766-887D-4765-AACF-2DC68CDBC8A7}" dt="2026-10-17T18:33:34.179" v="1830" actId="47"/>
        <pc:sldMkLst>
          <pc:docMk/>
          <pc:sldMk cId="1749215442" sldId="346"/>
        </pc:sldMkLst>
      </pc:sldChg>
    </pc:docChg>
  </pc:docChgLst>
</pc:chgInfo>
</file>

<file path=ppt/comments/modernComment_10C_88F11C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4803D0-DB01-4586-8834-ED335100F6DD}" authorId="{DD9C69E8-9ABA-C532-D171-579E4BF50970}" created="2026-09-29T19:14:26.634">
    <pc:sldMkLst xmlns:pc="http://schemas.microsoft.com/office/powerpoint/2013/main/command">
      <pc:docMk/>
      <pc:sldMk cId="2297502803" sldId="268"/>
    </pc:sldMkLst>
    <p188:txBody>
      <a:bodyPr/>
      <a:lstStyle/>
      <a:p>
        <a:r>
          <a:rPr lang="en-GB"/>
          <a:t>A responsividade para diferentes equipamentos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8C7898-881D-412F-B49E-B5A3F6F7911A}" type="doc">
      <dgm:prSet loTypeId="urn:microsoft.com/office/officeart/2005/8/layout/h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PT"/>
        </a:p>
      </dgm:t>
    </dgm:pt>
    <dgm:pt modelId="{755B97F2-A16A-47CA-B6C3-F7241CFB0E95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PT" sz="1600" b="1" dirty="0" smtClean="0"/>
            <a:t>Portal Web “BLU”</a:t>
          </a:r>
          <a:endParaRPr lang="pt-PT" sz="1600" b="1" dirty="0"/>
        </a:p>
      </dgm:t>
    </dgm:pt>
    <dgm:pt modelId="{452B64F7-F9C3-46D1-AC0E-F126EB8462D0}" type="parTrans" cxnId="{92882CE2-759D-496C-BF5F-999E42F7961A}">
      <dgm:prSet/>
      <dgm:spPr/>
      <dgm:t>
        <a:bodyPr/>
        <a:lstStyle/>
        <a:p>
          <a:endParaRPr lang="pt-PT"/>
        </a:p>
      </dgm:t>
    </dgm:pt>
    <dgm:pt modelId="{E2E934F9-486C-4FA7-8022-658158CFB538}" type="sibTrans" cxnId="{92882CE2-759D-496C-BF5F-999E42F7961A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endParaRPr lang="pt-PT"/>
        </a:p>
      </dgm:t>
    </dgm:pt>
    <dgm:pt modelId="{FAC2EBB7-C64C-41EE-8B2C-E317BA431929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PT" sz="1600" dirty="0" smtClean="0"/>
            <a:t>Apresentação dos serviços;</a:t>
          </a:r>
          <a:endParaRPr lang="pt-PT" sz="1600" dirty="0"/>
        </a:p>
      </dgm:t>
    </dgm:pt>
    <dgm:pt modelId="{1620877A-7C63-4E6F-937D-F742861DB655}" type="parTrans" cxnId="{A493A131-16AC-4253-9AA6-7375CAE2FDA4}">
      <dgm:prSet/>
      <dgm:spPr/>
      <dgm:t>
        <a:bodyPr/>
        <a:lstStyle/>
        <a:p>
          <a:endParaRPr lang="pt-PT"/>
        </a:p>
      </dgm:t>
    </dgm:pt>
    <dgm:pt modelId="{5AC08F7B-B9C9-4794-B0C9-9BA385EC481C}" type="sibTrans" cxnId="{A493A131-16AC-4253-9AA6-7375CAE2FDA4}">
      <dgm:prSet/>
      <dgm:spPr/>
      <dgm:t>
        <a:bodyPr/>
        <a:lstStyle/>
        <a:p>
          <a:endParaRPr lang="pt-PT"/>
        </a:p>
      </dgm:t>
    </dgm:pt>
    <dgm:pt modelId="{C38D89DE-BBD3-4357-8B24-8191FC11E0E5}">
      <dgm:prSet phldrT="[Text]" custT="1"/>
      <dgm:spPr/>
      <dgm:t>
        <a:bodyPr/>
        <a:lstStyle/>
        <a:p>
          <a:r>
            <a:rPr lang="pt-PT" sz="1600" b="1" dirty="0" smtClean="0"/>
            <a:t>BackOffice – Tratamento dos pedidos</a:t>
          </a:r>
          <a:endParaRPr lang="pt-PT" sz="1600" b="1" dirty="0"/>
        </a:p>
      </dgm:t>
    </dgm:pt>
    <dgm:pt modelId="{0D40856C-1876-4EB1-AD0C-45DD4CD32EA2}" type="parTrans" cxnId="{513DA166-1566-4478-A4E6-A65C2BA2D358}">
      <dgm:prSet/>
      <dgm:spPr/>
      <dgm:t>
        <a:bodyPr/>
        <a:lstStyle/>
        <a:p>
          <a:endParaRPr lang="pt-PT"/>
        </a:p>
      </dgm:t>
    </dgm:pt>
    <dgm:pt modelId="{CBFC5B35-9832-4BBB-8B7D-1F413FE7324E}" type="sibTrans" cxnId="{513DA166-1566-4478-A4E6-A65C2BA2D358}">
      <dgm:prSet/>
      <dgm:spPr/>
      <dgm:t>
        <a:bodyPr/>
        <a:lstStyle/>
        <a:p>
          <a:endParaRPr lang="pt-PT"/>
        </a:p>
      </dgm:t>
    </dgm:pt>
    <dgm:pt modelId="{23EFAEEF-3CE8-484B-BF24-BFF14BE483F5}">
      <dgm:prSet phldrT="[Text]" custT="1"/>
      <dgm:spPr/>
      <dgm:t>
        <a:bodyPr/>
        <a:lstStyle/>
        <a:p>
          <a:r>
            <a:rPr lang="pt-PT" sz="1600" dirty="0" smtClean="0"/>
            <a:t>Esclarecementos via Email / WhatsUp / Teams;</a:t>
          </a:r>
          <a:endParaRPr lang="pt-PT" sz="1600" dirty="0"/>
        </a:p>
      </dgm:t>
    </dgm:pt>
    <dgm:pt modelId="{A39A55EB-DEDF-4711-897E-201E730AFF07}" type="parTrans" cxnId="{EEF0426F-DD75-4C17-AE44-CC4E29B64DEA}">
      <dgm:prSet/>
      <dgm:spPr/>
      <dgm:t>
        <a:bodyPr/>
        <a:lstStyle/>
        <a:p>
          <a:endParaRPr lang="pt-PT"/>
        </a:p>
      </dgm:t>
    </dgm:pt>
    <dgm:pt modelId="{630EFC87-BAEC-4480-BE46-42DD0837D35D}" type="sibTrans" cxnId="{EEF0426F-DD75-4C17-AE44-CC4E29B64DEA}">
      <dgm:prSet/>
      <dgm:spPr/>
      <dgm:t>
        <a:bodyPr/>
        <a:lstStyle/>
        <a:p>
          <a:endParaRPr lang="pt-PT"/>
        </a:p>
      </dgm:t>
    </dgm:pt>
    <dgm:pt modelId="{475E42E5-C786-41CA-A4ED-B57BD7E1F87F}">
      <dgm:prSet phldrT="[Text]" custT="1"/>
      <dgm:spPr/>
      <dgm:t>
        <a:bodyPr/>
        <a:lstStyle/>
        <a:p>
          <a:r>
            <a:rPr lang="pt-PT" sz="1600" dirty="0" smtClean="0"/>
            <a:t>Envio da proposta ao potencial cliente;</a:t>
          </a:r>
          <a:endParaRPr lang="pt-PT" sz="1600" dirty="0"/>
        </a:p>
      </dgm:t>
    </dgm:pt>
    <dgm:pt modelId="{485488DC-1FCC-42EB-A6EC-DDC2C515651C}" type="parTrans" cxnId="{A5D6E4E4-4C3B-4871-A6F6-8C87C7A2D133}">
      <dgm:prSet/>
      <dgm:spPr/>
      <dgm:t>
        <a:bodyPr/>
        <a:lstStyle/>
        <a:p>
          <a:endParaRPr lang="pt-PT"/>
        </a:p>
      </dgm:t>
    </dgm:pt>
    <dgm:pt modelId="{AF45BD21-297C-4068-9473-64E190FE7BFD}" type="sibTrans" cxnId="{A5D6E4E4-4C3B-4871-A6F6-8C87C7A2D133}">
      <dgm:prSet/>
      <dgm:spPr/>
      <dgm:t>
        <a:bodyPr/>
        <a:lstStyle/>
        <a:p>
          <a:endParaRPr lang="pt-PT"/>
        </a:p>
      </dgm:t>
    </dgm:pt>
    <dgm:pt modelId="{CF0D0A3E-38C6-4390-B826-AE1CDB22BD37}">
      <dgm:prSet phldrT="[Text]" custT="1"/>
      <dgm:spPr/>
      <dgm:t>
        <a:bodyPr/>
        <a:lstStyle/>
        <a:p>
          <a:r>
            <a:rPr lang="pt-PT" sz="1600" b="1" dirty="0" smtClean="0"/>
            <a:t>BackOffice – Operacionalização da proposta aceite</a:t>
          </a:r>
          <a:endParaRPr lang="pt-PT" sz="1600" b="1" dirty="0"/>
        </a:p>
      </dgm:t>
    </dgm:pt>
    <dgm:pt modelId="{FCAB16DC-9C39-400D-8A8E-0AAD976F8E09}" type="parTrans" cxnId="{A5384262-FE5C-43C1-A16F-472F6274ECB4}">
      <dgm:prSet/>
      <dgm:spPr/>
      <dgm:t>
        <a:bodyPr/>
        <a:lstStyle/>
        <a:p>
          <a:endParaRPr lang="pt-PT"/>
        </a:p>
      </dgm:t>
    </dgm:pt>
    <dgm:pt modelId="{081AF34C-7F10-4F5D-A37C-9ECAF6FCAEC7}" type="sibTrans" cxnId="{A5384262-FE5C-43C1-A16F-472F6274ECB4}">
      <dgm:prSet/>
      <dgm:spPr/>
      <dgm:t>
        <a:bodyPr/>
        <a:lstStyle/>
        <a:p>
          <a:endParaRPr lang="pt-PT"/>
        </a:p>
      </dgm:t>
    </dgm:pt>
    <dgm:pt modelId="{824E3A2F-2390-4D38-8C60-15EE6F69DCC7}">
      <dgm:prSet phldrT="[Text]" custT="1"/>
      <dgm:spPr/>
      <dgm:t>
        <a:bodyPr/>
        <a:lstStyle/>
        <a:p>
          <a:r>
            <a:rPr lang="pt-PT" sz="1600" dirty="0" smtClean="0"/>
            <a:t>Contratação com o cliente;</a:t>
          </a:r>
          <a:endParaRPr lang="pt-PT" sz="1600" dirty="0"/>
        </a:p>
      </dgm:t>
    </dgm:pt>
    <dgm:pt modelId="{FFD53F80-A8D3-49DA-8BE5-2CFA3CD784F3}" type="parTrans" cxnId="{E6D1A359-C1C6-43C9-979C-2556C927D0BC}">
      <dgm:prSet/>
      <dgm:spPr/>
      <dgm:t>
        <a:bodyPr/>
        <a:lstStyle/>
        <a:p>
          <a:endParaRPr lang="pt-PT"/>
        </a:p>
      </dgm:t>
    </dgm:pt>
    <dgm:pt modelId="{4B67D723-861B-4CFF-BEE2-04FFFD03354B}" type="sibTrans" cxnId="{E6D1A359-C1C6-43C9-979C-2556C927D0BC}">
      <dgm:prSet/>
      <dgm:spPr/>
      <dgm:t>
        <a:bodyPr/>
        <a:lstStyle/>
        <a:p>
          <a:endParaRPr lang="pt-PT"/>
        </a:p>
      </dgm:t>
    </dgm:pt>
    <dgm:pt modelId="{D870D0F0-C400-45DD-BB24-136783E6D17C}">
      <dgm:prSet phldrT="[Text]" custT="1"/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PT" sz="1600" dirty="0" smtClean="0"/>
            <a:t>Captação de potenciais clientes – via formulário;</a:t>
          </a:r>
          <a:endParaRPr lang="pt-PT" sz="1600" dirty="0"/>
        </a:p>
      </dgm:t>
    </dgm:pt>
    <dgm:pt modelId="{BB5E862F-DDD7-463A-8376-A30B7687787A}" type="parTrans" cxnId="{D428DA56-FF0A-4FD0-BC47-C16D41E6F206}">
      <dgm:prSet/>
      <dgm:spPr/>
      <dgm:t>
        <a:bodyPr/>
        <a:lstStyle/>
        <a:p>
          <a:endParaRPr lang="pt-PT"/>
        </a:p>
      </dgm:t>
    </dgm:pt>
    <dgm:pt modelId="{43289C25-6308-48A0-8832-64CC938B0ED5}" type="sibTrans" cxnId="{D428DA56-FF0A-4FD0-BC47-C16D41E6F206}">
      <dgm:prSet/>
      <dgm:spPr/>
      <dgm:t>
        <a:bodyPr/>
        <a:lstStyle/>
        <a:p>
          <a:endParaRPr lang="pt-PT"/>
        </a:p>
      </dgm:t>
    </dgm:pt>
    <dgm:pt modelId="{C9EAB5C9-8395-4977-BE85-DEC77E7509FE}">
      <dgm:prSet phldrT="[Text]" custT="1"/>
      <dgm:spPr/>
      <dgm:t>
        <a:bodyPr/>
        <a:lstStyle/>
        <a:p>
          <a:r>
            <a:rPr lang="pt-PT" sz="1600" dirty="0" smtClean="0"/>
            <a:t>Curadoria da proposta;</a:t>
          </a:r>
          <a:endParaRPr lang="pt-PT" sz="1600" dirty="0"/>
        </a:p>
      </dgm:t>
    </dgm:pt>
    <dgm:pt modelId="{DDB23C50-10DA-4600-B62E-3C611C1F7C33}" type="parTrans" cxnId="{341C8219-06AD-440C-8988-F6F738BD0636}">
      <dgm:prSet/>
      <dgm:spPr/>
      <dgm:t>
        <a:bodyPr/>
        <a:lstStyle/>
        <a:p>
          <a:endParaRPr lang="pt-PT"/>
        </a:p>
      </dgm:t>
    </dgm:pt>
    <dgm:pt modelId="{EE4040F4-ABD8-43EB-9185-CE477612C3C5}" type="sibTrans" cxnId="{341C8219-06AD-440C-8988-F6F738BD0636}">
      <dgm:prSet/>
      <dgm:spPr/>
      <dgm:t>
        <a:bodyPr/>
        <a:lstStyle/>
        <a:p>
          <a:endParaRPr lang="pt-PT"/>
        </a:p>
      </dgm:t>
    </dgm:pt>
    <dgm:pt modelId="{6D283D1E-2CA1-46BD-81AF-D769E59BC3B3}">
      <dgm:prSet phldrT="[Text]" custT="1"/>
      <dgm:spPr/>
      <dgm:t>
        <a:bodyPr/>
        <a:lstStyle/>
        <a:p>
          <a:r>
            <a:rPr lang="pt-PT" sz="1600" b="1" dirty="0" smtClean="0"/>
            <a:t>Realização da Viagem</a:t>
          </a:r>
          <a:endParaRPr lang="pt-PT" sz="1600" b="1" dirty="0"/>
        </a:p>
      </dgm:t>
    </dgm:pt>
    <dgm:pt modelId="{0780294F-8131-48B1-881A-596A0F2523DC}" type="parTrans" cxnId="{8632DD75-F5C3-405C-A3C5-C1F015D2E479}">
      <dgm:prSet/>
      <dgm:spPr/>
      <dgm:t>
        <a:bodyPr/>
        <a:lstStyle/>
        <a:p>
          <a:endParaRPr lang="pt-PT"/>
        </a:p>
      </dgm:t>
    </dgm:pt>
    <dgm:pt modelId="{F045AED6-80E7-460B-86F2-3A4092E0E78A}" type="sibTrans" cxnId="{8632DD75-F5C3-405C-A3C5-C1F015D2E479}">
      <dgm:prSet/>
      <dgm:spPr/>
      <dgm:t>
        <a:bodyPr/>
        <a:lstStyle/>
        <a:p>
          <a:endParaRPr lang="pt-PT"/>
        </a:p>
      </dgm:t>
    </dgm:pt>
    <dgm:pt modelId="{C380F85F-2481-4832-A35C-BACF18A22DFE}">
      <dgm:prSet phldrT="[Text]" custT="1"/>
      <dgm:spPr/>
      <dgm:t>
        <a:bodyPr/>
        <a:lstStyle/>
        <a:p>
          <a:r>
            <a:rPr lang="pt-PT" sz="1600" dirty="0" smtClean="0"/>
            <a:t>Tratar da logistica da viagem (bilhetes, guias, transfers, …);</a:t>
          </a:r>
          <a:endParaRPr lang="pt-PT" sz="1600" dirty="0"/>
        </a:p>
      </dgm:t>
    </dgm:pt>
    <dgm:pt modelId="{25A25282-8EB4-4556-9778-9FBAB3CBE839}" type="parTrans" cxnId="{19590306-B4AE-4644-B1FD-FE465F3939CF}">
      <dgm:prSet/>
      <dgm:spPr/>
      <dgm:t>
        <a:bodyPr/>
        <a:lstStyle/>
        <a:p>
          <a:endParaRPr lang="pt-PT"/>
        </a:p>
      </dgm:t>
    </dgm:pt>
    <dgm:pt modelId="{13F32958-A934-46CB-A6ED-3C0B498BF9FD}" type="sibTrans" cxnId="{19590306-B4AE-4644-B1FD-FE465F3939CF}">
      <dgm:prSet/>
      <dgm:spPr/>
      <dgm:t>
        <a:bodyPr/>
        <a:lstStyle/>
        <a:p>
          <a:endParaRPr lang="pt-PT"/>
        </a:p>
      </dgm:t>
    </dgm:pt>
    <dgm:pt modelId="{1EBE2436-ACE3-4C41-BFBE-500B6F3F503E}">
      <dgm:prSet phldrT="[Text]" custT="1"/>
      <dgm:spPr/>
      <dgm:t>
        <a:bodyPr/>
        <a:lstStyle/>
        <a:p>
          <a:r>
            <a:rPr lang="pt-PT" sz="1600" dirty="0" smtClean="0"/>
            <a:t>Acompanhamento;</a:t>
          </a:r>
          <a:endParaRPr lang="pt-PT" sz="1600" dirty="0"/>
        </a:p>
      </dgm:t>
    </dgm:pt>
    <dgm:pt modelId="{ADB0D949-612F-4D6D-8CAD-901B9B45993C}" type="parTrans" cxnId="{B78D0824-B96E-4E5B-B6E3-15A9EB1EDF6D}">
      <dgm:prSet/>
      <dgm:spPr/>
      <dgm:t>
        <a:bodyPr/>
        <a:lstStyle/>
        <a:p>
          <a:endParaRPr lang="pt-PT"/>
        </a:p>
      </dgm:t>
    </dgm:pt>
    <dgm:pt modelId="{19505EB2-2DC6-42C4-B712-13101AE14814}" type="sibTrans" cxnId="{B78D0824-B96E-4E5B-B6E3-15A9EB1EDF6D}">
      <dgm:prSet/>
      <dgm:spPr/>
      <dgm:t>
        <a:bodyPr/>
        <a:lstStyle/>
        <a:p>
          <a:endParaRPr lang="pt-PT"/>
        </a:p>
      </dgm:t>
    </dgm:pt>
    <dgm:pt modelId="{D4B5DCFA-5519-4427-8A15-758E23A64436}">
      <dgm:prSet phldrT="[Text]" custT="1"/>
      <dgm:spPr/>
      <dgm:t>
        <a:bodyPr/>
        <a:lstStyle/>
        <a:p>
          <a:r>
            <a:rPr lang="pt-PT" sz="1600" dirty="0" smtClean="0"/>
            <a:t>Finalização; </a:t>
          </a:r>
          <a:endParaRPr lang="pt-PT" sz="1600" dirty="0"/>
        </a:p>
      </dgm:t>
    </dgm:pt>
    <dgm:pt modelId="{7BE69A1E-DC81-496E-B6A0-F69C043D6CF7}" type="parTrans" cxnId="{D5C635EC-141E-40CB-86BD-75211D19318E}">
      <dgm:prSet/>
      <dgm:spPr/>
      <dgm:t>
        <a:bodyPr/>
        <a:lstStyle/>
        <a:p>
          <a:endParaRPr lang="pt-PT"/>
        </a:p>
      </dgm:t>
    </dgm:pt>
    <dgm:pt modelId="{DD6D8A64-7124-423E-8DAB-7EE28DEB5A2A}" type="sibTrans" cxnId="{D5C635EC-141E-40CB-86BD-75211D19318E}">
      <dgm:prSet/>
      <dgm:spPr/>
      <dgm:t>
        <a:bodyPr/>
        <a:lstStyle/>
        <a:p>
          <a:endParaRPr lang="pt-PT"/>
        </a:p>
      </dgm:t>
    </dgm:pt>
    <dgm:pt modelId="{2AFC69C8-9856-465B-A419-4B3547F4CB05}">
      <dgm:prSet phldrT="[Text]" custT="1"/>
      <dgm:spPr/>
      <dgm:t>
        <a:bodyPr/>
        <a:lstStyle/>
        <a:p>
          <a:endParaRPr lang="pt-PT" sz="1600" dirty="0"/>
        </a:p>
      </dgm:t>
    </dgm:pt>
    <dgm:pt modelId="{C46E6A40-5F13-4E59-9964-871FA8A4E09E}" type="parTrans" cxnId="{57E17545-0FA5-4269-99F0-86CD0D95E7DC}">
      <dgm:prSet/>
      <dgm:spPr/>
      <dgm:t>
        <a:bodyPr/>
        <a:lstStyle/>
        <a:p>
          <a:endParaRPr lang="pt-PT"/>
        </a:p>
      </dgm:t>
    </dgm:pt>
    <dgm:pt modelId="{E3D4534E-694A-4D9A-982F-60F0E0CD57F1}" type="sibTrans" cxnId="{57E17545-0FA5-4269-99F0-86CD0D95E7DC}">
      <dgm:prSet/>
      <dgm:spPr/>
      <dgm:t>
        <a:bodyPr/>
        <a:lstStyle/>
        <a:p>
          <a:endParaRPr lang="pt-PT"/>
        </a:p>
      </dgm:t>
    </dgm:pt>
    <dgm:pt modelId="{47D803CE-250F-4A8E-B967-3CD0039589DE}" type="pres">
      <dgm:prSet presAssocID="{898C7898-881D-412F-B49E-B5A3F6F7911A}" presName="Name0" presStyleCnt="0">
        <dgm:presLayoutVars>
          <dgm:dir/>
          <dgm:animLvl val="lvl"/>
          <dgm:resizeHandles val="exact"/>
        </dgm:presLayoutVars>
      </dgm:prSet>
      <dgm:spPr/>
    </dgm:pt>
    <dgm:pt modelId="{FB60AF6E-BDE0-4ECC-96E4-5F590EA39ABB}" type="pres">
      <dgm:prSet presAssocID="{898C7898-881D-412F-B49E-B5A3F6F7911A}" presName="tSp" presStyleCnt="0"/>
      <dgm:spPr/>
    </dgm:pt>
    <dgm:pt modelId="{7F924A70-C33B-4D9B-9850-682DC4975D3E}" type="pres">
      <dgm:prSet presAssocID="{898C7898-881D-412F-B49E-B5A3F6F7911A}" presName="bSp" presStyleCnt="0"/>
      <dgm:spPr/>
    </dgm:pt>
    <dgm:pt modelId="{4415DE9A-5EC5-4F3F-A6B9-A59650DA8570}" type="pres">
      <dgm:prSet presAssocID="{898C7898-881D-412F-B49E-B5A3F6F7911A}" presName="process" presStyleCnt="0"/>
      <dgm:spPr/>
    </dgm:pt>
    <dgm:pt modelId="{747B030C-6244-4334-B919-5142A336D960}" type="pres">
      <dgm:prSet presAssocID="{755B97F2-A16A-47CA-B6C3-F7241CFB0E95}" presName="composite1" presStyleCnt="0"/>
      <dgm:spPr/>
    </dgm:pt>
    <dgm:pt modelId="{BCC99C26-E013-47AB-819B-3E8955D845FA}" type="pres">
      <dgm:prSet presAssocID="{755B97F2-A16A-47CA-B6C3-F7241CFB0E95}" presName="dummyNode1" presStyleLbl="node1" presStyleIdx="0" presStyleCnt="4"/>
      <dgm:spPr/>
    </dgm:pt>
    <dgm:pt modelId="{376AEF9F-7176-4AE1-9112-B73D9C59FBE7}" type="pres">
      <dgm:prSet presAssocID="{755B97F2-A16A-47CA-B6C3-F7241CFB0E95}" presName="childNode1" presStyleLbl="bgAcc1" presStyleIdx="0" presStyleCnt="4" custScaleX="219140" custScaleY="174508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91121F41-B19C-46B1-8653-974B5CFC02F6}" type="pres">
      <dgm:prSet presAssocID="{755B97F2-A16A-47CA-B6C3-F7241CFB0E95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707364DD-11E8-44C5-99D8-2B16EEB5810C}" type="pres">
      <dgm:prSet presAssocID="{755B97F2-A16A-47CA-B6C3-F7241CFB0E95}" presName="parentNode1" presStyleLbl="node1" presStyleIdx="0" presStyleCnt="4" custScaleX="134320" custScaleY="139520" custLinFactNeighborX="52726" custLinFactNeighborY="61465">
        <dgm:presLayoutVars>
          <dgm:chMax val="1"/>
          <dgm:bulletEnabled val="1"/>
        </dgm:presLayoutVars>
      </dgm:prSet>
      <dgm:spPr/>
    </dgm:pt>
    <dgm:pt modelId="{294E8391-F29E-4774-A053-A0AB71E2B187}" type="pres">
      <dgm:prSet presAssocID="{755B97F2-A16A-47CA-B6C3-F7241CFB0E95}" presName="connSite1" presStyleCnt="0"/>
      <dgm:spPr/>
    </dgm:pt>
    <dgm:pt modelId="{87D52BB4-5DE6-45ED-ADE9-C59985BDD26E}" type="pres">
      <dgm:prSet presAssocID="{E2E934F9-486C-4FA7-8022-658158CFB538}" presName="Name9" presStyleLbl="sibTrans2D1" presStyleIdx="0" presStyleCnt="3"/>
      <dgm:spPr/>
    </dgm:pt>
    <dgm:pt modelId="{EBA13CE8-78C6-4709-8C15-56B0FE5B17F0}" type="pres">
      <dgm:prSet presAssocID="{C38D89DE-BBD3-4357-8B24-8191FC11E0E5}" presName="composite2" presStyleCnt="0"/>
      <dgm:spPr/>
    </dgm:pt>
    <dgm:pt modelId="{E3053981-2FF5-424E-AE4A-C09A01F8E0DD}" type="pres">
      <dgm:prSet presAssocID="{C38D89DE-BBD3-4357-8B24-8191FC11E0E5}" presName="dummyNode2" presStyleLbl="node1" presStyleIdx="0" presStyleCnt="4"/>
      <dgm:spPr/>
    </dgm:pt>
    <dgm:pt modelId="{8436BFA5-7E6E-4AE1-A074-A1961A3A6DFE}" type="pres">
      <dgm:prSet presAssocID="{C38D89DE-BBD3-4357-8B24-8191FC11E0E5}" presName="childNode2" presStyleLbl="bgAcc1" presStyleIdx="1" presStyleCnt="4" custScaleX="219140" custScaleY="174508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6AFF7317-1E8A-4AED-83CF-3115DA923362}" type="pres">
      <dgm:prSet presAssocID="{C38D89DE-BBD3-4357-8B24-8191FC11E0E5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B52843CD-457B-41C1-97D4-CF77F7340ECE}" type="pres">
      <dgm:prSet presAssocID="{C38D89DE-BBD3-4357-8B24-8191FC11E0E5}" presName="parentNode2" presStyleLbl="node1" presStyleIdx="1" presStyleCnt="4" custScaleX="134320" custScaleY="139520" custLinFactNeighborX="52726" custLinFactNeighborY="-64700">
        <dgm:presLayoutVars>
          <dgm:chMax val="0"/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92DD1570-4211-46BB-82A1-1B4A0233CA74}" type="pres">
      <dgm:prSet presAssocID="{C38D89DE-BBD3-4357-8B24-8191FC11E0E5}" presName="connSite2" presStyleCnt="0"/>
      <dgm:spPr/>
    </dgm:pt>
    <dgm:pt modelId="{4E789A20-8184-4965-A506-5FD388B0BBE0}" type="pres">
      <dgm:prSet presAssocID="{CBFC5B35-9832-4BBB-8B7D-1F413FE7324E}" presName="Name18" presStyleLbl="sibTrans2D1" presStyleIdx="1" presStyleCnt="3"/>
      <dgm:spPr/>
    </dgm:pt>
    <dgm:pt modelId="{97DBA7BC-ECB7-4061-B577-79DCE1A486B6}" type="pres">
      <dgm:prSet presAssocID="{CF0D0A3E-38C6-4390-B826-AE1CDB22BD37}" presName="composite1" presStyleCnt="0"/>
      <dgm:spPr/>
    </dgm:pt>
    <dgm:pt modelId="{6C44F89F-6FFB-46FB-9EFC-E3EE649E6D5A}" type="pres">
      <dgm:prSet presAssocID="{CF0D0A3E-38C6-4390-B826-AE1CDB22BD37}" presName="dummyNode1" presStyleLbl="node1" presStyleIdx="1" presStyleCnt="4"/>
      <dgm:spPr/>
    </dgm:pt>
    <dgm:pt modelId="{6C215440-918D-42D4-BB80-371E4B502F3C}" type="pres">
      <dgm:prSet presAssocID="{CF0D0A3E-38C6-4390-B826-AE1CDB22BD37}" presName="childNode1" presStyleLbl="bgAcc1" presStyleIdx="2" presStyleCnt="4" custScaleX="219140" custScaleY="174508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ED2B8347-0958-45FD-97CF-70D89D6446E0}" type="pres">
      <dgm:prSet presAssocID="{CF0D0A3E-38C6-4390-B826-AE1CDB22BD37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F1A7C703-7A1D-4B32-A28F-2E1E15D33BAF}" type="pres">
      <dgm:prSet presAssocID="{CF0D0A3E-38C6-4390-B826-AE1CDB22BD37}" presName="parentNode1" presStyleLbl="node1" presStyleIdx="2" presStyleCnt="4" custScaleX="134320" custScaleY="139520" custLinFactNeighborX="52726" custLinFactNeighborY="61465">
        <dgm:presLayoutVars>
          <dgm:chMax val="1"/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16D1724C-6414-4E8C-9CDD-605B44FDCFF1}" type="pres">
      <dgm:prSet presAssocID="{CF0D0A3E-38C6-4390-B826-AE1CDB22BD37}" presName="connSite1" presStyleCnt="0"/>
      <dgm:spPr/>
    </dgm:pt>
    <dgm:pt modelId="{21AD3C5D-7DCD-4614-9B4B-275C38181740}" type="pres">
      <dgm:prSet presAssocID="{081AF34C-7F10-4F5D-A37C-9ECAF6FCAEC7}" presName="Name9" presStyleLbl="sibTrans2D1" presStyleIdx="2" presStyleCnt="3"/>
      <dgm:spPr/>
    </dgm:pt>
    <dgm:pt modelId="{DC680DDF-0BFE-4854-97D0-9D8351F4030A}" type="pres">
      <dgm:prSet presAssocID="{6D283D1E-2CA1-46BD-81AF-D769E59BC3B3}" presName="composite2" presStyleCnt="0"/>
      <dgm:spPr/>
    </dgm:pt>
    <dgm:pt modelId="{BAD88E84-AEA5-466A-BBD7-FF236E2E0F66}" type="pres">
      <dgm:prSet presAssocID="{6D283D1E-2CA1-46BD-81AF-D769E59BC3B3}" presName="dummyNode2" presStyleLbl="node1" presStyleIdx="2" presStyleCnt="4"/>
      <dgm:spPr/>
    </dgm:pt>
    <dgm:pt modelId="{27A73166-6F84-451D-A077-673E4F12DF53}" type="pres">
      <dgm:prSet presAssocID="{6D283D1E-2CA1-46BD-81AF-D769E59BC3B3}" presName="childNode2" presStyleLbl="bgAcc1" presStyleIdx="3" presStyleCnt="4" custScaleX="219140" custScaleY="174508">
        <dgm:presLayoutVars>
          <dgm:bulletEnabled val="1"/>
        </dgm:presLayoutVars>
      </dgm:prSet>
      <dgm:spPr/>
    </dgm:pt>
    <dgm:pt modelId="{159405C9-1F52-47A4-BC41-0996B5FC0C5C}" type="pres">
      <dgm:prSet presAssocID="{6D283D1E-2CA1-46BD-81AF-D769E59BC3B3}" presName="childNode2tx" presStyleLbl="bgAcc1" presStyleIdx="3" presStyleCnt="4">
        <dgm:presLayoutVars>
          <dgm:bulletEnabled val="1"/>
        </dgm:presLayoutVars>
      </dgm:prSet>
      <dgm:spPr/>
    </dgm:pt>
    <dgm:pt modelId="{6A747253-A3E9-4DA1-9A09-800ECC5113DC}" type="pres">
      <dgm:prSet presAssocID="{6D283D1E-2CA1-46BD-81AF-D769E59BC3B3}" presName="parentNode2" presStyleLbl="node1" presStyleIdx="3" presStyleCnt="4" custScaleX="134320" custScaleY="139520" custLinFactNeighborX="47767" custLinFactNeighborY="-64700">
        <dgm:presLayoutVars>
          <dgm:chMax val="0"/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10C2FB63-E4BF-419F-8BD5-0DAB66939FD5}" type="pres">
      <dgm:prSet presAssocID="{6D283D1E-2CA1-46BD-81AF-D769E59BC3B3}" presName="connSite2" presStyleCnt="0"/>
      <dgm:spPr/>
    </dgm:pt>
  </dgm:ptLst>
  <dgm:cxnLst>
    <dgm:cxn modelId="{32A21404-BD8B-4EEE-AEF6-FD3E47E9F5C9}" type="presOf" srcId="{CBFC5B35-9832-4BBB-8B7D-1F413FE7324E}" destId="{4E789A20-8184-4965-A506-5FD388B0BBE0}" srcOrd="0" destOrd="0" presId="urn:microsoft.com/office/officeart/2005/8/layout/hProcess4"/>
    <dgm:cxn modelId="{4FFCAD0F-CEFE-4BF9-B969-D0205B1B906F}" type="presOf" srcId="{D4B5DCFA-5519-4427-8A15-758E23A64436}" destId="{27A73166-6F84-451D-A077-673E4F12DF53}" srcOrd="0" destOrd="1" presId="urn:microsoft.com/office/officeart/2005/8/layout/hProcess4"/>
    <dgm:cxn modelId="{B2D9B0CE-3B04-43C4-839A-0A5C01DE0B14}" type="presOf" srcId="{23EFAEEF-3CE8-484B-BF24-BFF14BE483F5}" destId="{8436BFA5-7E6E-4AE1-A074-A1961A3A6DFE}" srcOrd="0" destOrd="0" presId="urn:microsoft.com/office/officeart/2005/8/layout/hProcess4"/>
    <dgm:cxn modelId="{7BD8BD6A-A93A-4641-B967-867DBE719BC1}" type="presOf" srcId="{898C7898-881D-412F-B49E-B5A3F6F7911A}" destId="{47D803CE-250F-4A8E-B967-3CD0039589DE}" srcOrd="0" destOrd="0" presId="urn:microsoft.com/office/officeart/2005/8/layout/hProcess4"/>
    <dgm:cxn modelId="{9455E8DE-F69F-4B41-8EBB-7CDA3E666091}" type="presOf" srcId="{475E42E5-C786-41CA-A4ED-B57BD7E1F87F}" destId="{8436BFA5-7E6E-4AE1-A074-A1961A3A6DFE}" srcOrd="0" destOrd="2" presId="urn:microsoft.com/office/officeart/2005/8/layout/hProcess4"/>
    <dgm:cxn modelId="{F44C75A4-D17D-4C7F-BCB4-EF5A22A99E42}" type="presOf" srcId="{2AFC69C8-9856-465B-A419-4B3547F4CB05}" destId="{6AFF7317-1E8A-4AED-83CF-3115DA923362}" srcOrd="1" destOrd="3" presId="urn:microsoft.com/office/officeart/2005/8/layout/hProcess4"/>
    <dgm:cxn modelId="{57E17545-0FA5-4269-99F0-86CD0D95E7DC}" srcId="{C38D89DE-BBD3-4357-8B24-8191FC11E0E5}" destId="{2AFC69C8-9856-465B-A419-4B3547F4CB05}" srcOrd="3" destOrd="0" parTransId="{C46E6A40-5F13-4E59-9964-871FA8A4E09E}" sibTransId="{E3D4534E-694A-4D9A-982F-60F0E0CD57F1}"/>
    <dgm:cxn modelId="{83ED7A29-E897-4F33-8B5F-97CC69390427}" type="presOf" srcId="{E2E934F9-486C-4FA7-8022-658158CFB538}" destId="{87D52BB4-5DE6-45ED-ADE9-C59985BDD26E}" srcOrd="0" destOrd="0" presId="urn:microsoft.com/office/officeart/2005/8/layout/hProcess4"/>
    <dgm:cxn modelId="{92882CE2-759D-496C-BF5F-999E42F7961A}" srcId="{898C7898-881D-412F-B49E-B5A3F6F7911A}" destId="{755B97F2-A16A-47CA-B6C3-F7241CFB0E95}" srcOrd="0" destOrd="0" parTransId="{452B64F7-F9C3-46D1-AC0E-F126EB8462D0}" sibTransId="{E2E934F9-486C-4FA7-8022-658158CFB538}"/>
    <dgm:cxn modelId="{E2E28FDE-A37C-4A86-B77C-9A88FE98F874}" type="presOf" srcId="{1EBE2436-ACE3-4C41-BFBE-500B6F3F503E}" destId="{159405C9-1F52-47A4-BC41-0996B5FC0C5C}" srcOrd="1" destOrd="0" presId="urn:microsoft.com/office/officeart/2005/8/layout/hProcess4"/>
    <dgm:cxn modelId="{F6DA416E-27A5-4371-A4F6-2117C4AB83C5}" type="presOf" srcId="{1EBE2436-ACE3-4C41-BFBE-500B6F3F503E}" destId="{27A73166-6F84-451D-A077-673E4F12DF53}" srcOrd="0" destOrd="0" presId="urn:microsoft.com/office/officeart/2005/8/layout/hProcess4"/>
    <dgm:cxn modelId="{D428DA56-FF0A-4FD0-BC47-C16D41E6F206}" srcId="{755B97F2-A16A-47CA-B6C3-F7241CFB0E95}" destId="{D870D0F0-C400-45DD-BB24-136783E6D17C}" srcOrd="1" destOrd="0" parTransId="{BB5E862F-DDD7-463A-8376-A30B7687787A}" sibTransId="{43289C25-6308-48A0-8832-64CC938B0ED5}"/>
    <dgm:cxn modelId="{EEF0426F-DD75-4C17-AE44-CC4E29B64DEA}" srcId="{C38D89DE-BBD3-4357-8B24-8191FC11E0E5}" destId="{23EFAEEF-3CE8-484B-BF24-BFF14BE483F5}" srcOrd="0" destOrd="0" parTransId="{A39A55EB-DEDF-4711-897E-201E730AFF07}" sibTransId="{630EFC87-BAEC-4480-BE46-42DD0837D35D}"/>
    <dgm:cxn modelId="{A5D6E4E4-4C3B-4871-A6F6-8C87C7A2D133}" srcId="{C38D89DE-BBD3-4357-8B24-8191FC11E0E5}" destId="{475E42E5-C786-41CA-A4ED-B57BD7E1F87F}" srcOrd="2" destOrd="0" parTransId="{485488DC-1FCC-42EB-A6EC-DDC2C515651C}" sibTransId="{AF45BD21-297C-4068-9473-64E190FE7BFD}"/>
    <dgm:cxn modelId="{19590306-B4AE-4644-B1FD-FE465F3939CF}" srcId="{CF0D0A3E-38C6-4390-B826-AE1CDB22BD37}" destId="{C380F85F-2481-4832-A35C-BACF18A22DFE}" srcOrd="1" destOrd="0" parTransId="{25A25282-8EB4-4556-9778-9FBAB3CBE839}" sibTransId="{13F32958-A934-46CB-A6ED-3C0B498BF9FD}"/>
    <dgm:cxn modelId="{C69E401C-B66C-49B3-BEB5-53F2FE342F3F}" type="presOf" srcId="{D870D0F0-C400-45DD-BB24-136783E6D17C}" destId="{91121F41-B19C-46B1-8653-974B5CFC02F6}" srcOrd="1" destOrd="1" presId="urn:microsoft.com/office/officeart/2005/8/layout/hProcess4"/>
    <dgm:cxn modelId="{D4D7C96C-E3C8-4A7D-B1C1-616691947459}" type="presOf" srcId="{C380F85F-2481-4832-A35C-BACF18A22DFE}" destId="{6C215440-918D-42D4-BB80-371E4B502F3C}" srcOrd="0" destOrd="1" presId="urn:microsoft.com/office/officeart/2005/8/layout/hProcess4"/>
    <dgm:cxn modelId="{B50F5B3F-ADEE-4C88-8AC6-5B63E8CE72D2}" type="presOf" srcId="{824E3A2F-2390-4D38-8C60-15EE6F69DCC7}" destId="{ED2B8347-0958-45FD-97CF-70D89D6446E0}" srcOrd="1" destOrd="0" presId="urn:microsoft.com/office/officeart/2005/8/layout/hProcess4"/>
    <dgm:cxn modelId="{8632DD75-F5C3-405C-A3C5-C1F015D2E479}" srcId="{898C7898-881D-412F-B49E-B5A3F6F7911A}" destId="{6D283D1E-2CA1-46BD-81AF-D769E59BC3B3}" srcOrd="3" destOrd="0" parTransId="{0780294F-8131-48B1-881A-596A0F2523DC}" sibTransId="{F045AED6-80E7-460B-86F2-3A4092E0E78A}"/>
    <dgm:cxn modelId="{444C37ED-FF0C-48E4-AA8D-C11351F14600}" type="presOf" srcId="{2AFC69C8-9856-465B-A419-4B3547F4CB05}" destId="{8436BFA5-7E6E-4AE1-A074-A1961A3A6DFE}" srcOrd="0" destOrd="3" presId="urn:microsoft.com/office/officeart/2005/8/layout/hProcess4"/>
    <dgm:cxn modelId="{5AED9078-4DE7-4844-A37F-AD6D6126CDD6}" type="presOf" srcId="{C9EAB5C9-8395-4977-BE85-DEC77E7509FE}" destId="{6AFF7317-1E8A-4AED-83CF-3115DA923362}" srcOrd="1" destOrd="1" presId="urn:microsoft.com/office/officeart/2005/8/layout/hProcess4"/>
    <dgm:cxn modelId="{D5C635EC-141E-40CB-86BD-75211D19318E}" srcId="{6D283D1E-2CA1-46BD-81AF-D769E59BC3B3}" destId="{D4B5DCFA-5519-4427-8A15-758E23A64436}" srcOrd="1" destOrd="0" parTransId="{7BE69A1E-DC81-496E-B6A0-F69C043D6CF7}" sibTransId="{DD6D8A64-7124-423E-8DAB-7EE28DEB5A2A}"/>
    <dgm:cxn modelId="{1B73CBF0-8494-4541-BB98-08390C35A3A9}" type="presOf" srcId="{081AF34C-7F10-4F5D-A37C-9ECAF6FCAEC7}" destId="{21AD3C5D-7DCD-4614-9B4B-275C38181740}" srcOrd="0" destOrd="0" presId="urn:microsoft.com/office/officeart/2005/8/layout/hProcess4"/>
    <dgm:cxn modelId="{513DA166-1566-4478-A4E6-A65C2BA2D358}" srcId="{898C7898-881D-412F-B49E-B5A3F6F7911A}" destId="{C38D89DE-BBD3-4357-8B24-8191FC11E0E5}" srcOrd="1" destOrd="0" parTransId="{0D40856C-1876-4EB1-AD0C-45DD4CD32EA2}" sibTransId="{CBFC5B35-9832-4BBB-8B7D-1F413FE7324E}"/>
    <dgm:cxn modelId="{DCD1FA4D-6E54-426D-B67E-4801D7903E83}" type="presOf" srcId="{D4B5DCFA-5519-4427-8A15-758E23A64436}" destId="{159405C9-1F52-47A4-BC41-0996B5FC0C5C}" srcOrd="1" destOrd="1" presId="urn:microsoft.com/office/officeart/2005/8/layout/hProcess4"/>
    <dgm:cxn modelId="{B78D0824-B96E-4E5B-B6E3-15A9EB1EDF6D}" srcId="{6D283D1E-2CA1-46BD-81AF-D769E59BC3B3}" destId="{1EBE2436-ACE3-4C41-BFBE-500B6F3F503E}" srcOrd="0" destOrd="0" parTransId="{ADB0D949-612F-4D6D-8CAD-901B9B45993C}" sibTransId="{19505EB2-2DC6-42C4-B712-13101AE14814}"/>
    <dgm:cxn modelId="{5F66788C-0F06-4C53-9CDE-7F1E2367ECFD}" type="presOf" srcId="{C9EAB5C9-8395-4977-BE85-DEC77E7509FE}" destId="{8436BFA5-7E6E-4AE1-A074-A1961A3A6DFE}" srcOrd="0" destOrd="1" presId="urn:microsoft.com/office/officeart/2005/8/layout/hProcess4"/>
    <dgm:cxn modelId="{04D5EEC0-4AFE-4A2B-803D-1D98B761A951}" type="presOf" srcId="{CF0D0A3E-38C6-4390-B826-AE1CDB22BD37}" destId="{F1A7C703-7A1D-4B32-A28F-2E1E15D33BAF}" srcOrd="0" destOrd="0" presId="urn:microsoft.com/office/officeart/2005/8/layout/hProcess4"/>
    <dgm:cxn modelId="{A5384262-FE5C-43C1-A16F-472F6274ECB4}" srcId="{898C7898-881D-412F-B49E-B5A3F6F7911A}" destId="{CF0D0A3E-38C6-4390-B826-AE1CDB22BD37}" srcOrd="2" destOrd="0" parTransId="{FCAB16DC-9C39-400D-8A8E-0AAD976F8E09}" sibTransId="{081AF34C-7F10-4F5D-A37C-9ECAF6FCAEC7}"/>
    <dgm:cxn modelId="{E6D1A359-C1C6-43C9-979C-2556C927D0BC}" srcId="{CF0D0A3E-38C6-4390-B826-AE1CDB22BD37}" destId="{824E3A2F-2390-4D38-8C60-15EE6F69DCC7}" srcOrd="0" destOrd="0" parTransId="{FFD53F80-A8D3-49DA-8BE5-2CFA3CD784F3}" sibTransId="{4B67D723-861B-4CFF-BEE2-04FFFD03354B}"/>
    <dgm:cxn modelId="{A493A131-16AC-4253-9AA6-7375CAE2FDA4}" srcId="{755B97F2-A16A-47CA-B6C3-F7241CFB0E95}" destId="{FAC2EBB7-C64C-41EE-8B2C-E317BA431929}" srcOrd="0" destOrd="0" parTransId="{1620877A-7C63-4E6F-937D-F742861DB655}" sibTransId="{5AC08F7B-B9C9-4794-B0C9-9BA385EC481C}"/>
    <dgm:cxn modelId="{341C8219-06AD-440C-8988-F6F738BD0636}" srcId="{C38D89DE-BBD3-4357-8B24-8191FC11E0E5}" destId="{C9EAB5C9-8395-4977-BE85-DEC77E7509FE}" srcOrd="1" destOrd="0" parTransId="{DDB23C50-10DA-4600-B62E-3C611C1F7C33}" sibTransId="{EE4040F4-ABD8-43EB-9185-CE477612C3C5}"/>
    <dgm:cxn modelId="{4A51BDB5-993E-420E-9C1C-5EE0AD1EF38B}" type="presOf" srcId="{23EFAEEF-3CE8-484B-BF24-BFF14BE483F5}" destId="{6AFF7317-1E8A-4AED-83CF-3115DA923362}" srcOrd="1" destOrd="0" presId="urn:microsoft.com/office/officeart/2005/8/layout/hProcess4"/>
    <dgm:cxn modelId="{14115113-BC92-44C6-88A7-2F24EBA6E8D3}" type="presOf" srcId="{475E42E5-C786-41CA-A4ED-B57BD7E1F87F}" destId="{6AFF7317-1E8A-4AED-83CF-3115DA923362}" srcOrd="1" destOrd="2" presId="urn:microsoft.com/office/officeart/2005/8/layout/hProcess4"/>
    <dgm:cxn modelId="{D8548B96-9C60-41BB-B9EB-ED07869EE030}" type="presOf" srcId="{6D283D1E-2CA1-46BD-81AF-D769E59BC3B3}" destId="{6A747253-A3E9-4DA1-9A09-800ECC5113DC}" srcOrd="0" destOrd="0" presId="urn:microsoft.com/office/officeart/2005/8/layout/hProcess4"/>
    <dgm:cxn modelId="{29D3A54B-D675-4E4C-B8B3-4E92580F84AC}" type="presOf" srcId="{FAC2EBB7-C64C-41EE-8B2C-E317BA431929}" destId="{91121F41-B19C-46B1-8653-974B5CFC02F6}" srcOrd="1" destOrd="0" presId="urn:microsoft.com/office/officeart/2005/8/layout/hProcess4"/>
    <dgm:cxn modelId="{257EB663-F6E4-41F6-9350-CD2FD5987482}" type="presOf" srcId="{C38D89DE-BBD3-4357-8B24-8191FC11E0E5}" destId="{B52843CD-457B-41C1-97D4-CF77F7340ECE}" srcOrd="0" destOrd="0" presId="urn:microsoft.com/office/officeart/2005/8/layout/hProcess4"/>
    <dgm:cxn modelId="{4ED8A897-732B-4338-B4C8-A31BD1331998}" type="presOf" srcId="{824E3A2F-2390-4D38-8C60-15EE6F69DCC7}" destId="{6C215440-918D-42D4-BB80-371E4B502F3C}" srcOrd="0" destOrd="0" presId="urn:microsoft.com/office/officeart/2005/8/layout/hProcess4"/>
    <dgm:cxn modelId="{615CB330-2363-498F-AA6E-E0D1C38D6D7A}" type="presOf" srcId="{D870D0F0-C400-45DD-BB24-136783E6D17C}" destId="{376AEF9F-7176-4AE1-9112-B73D9C59FBE7}" srcOrd="0" destOrd="1" presId="urn:microsoft.com/office/officeart/2005/8/layout/hProcess4"/>
    <dgm:cxn modelId="{AB915907-50CA-4A8F-81A6-CCA01CEF3673}" type="presOf" srcId="{C380F85F-2481-4832-A35C-BACF18A22DFE}" destId="{ED2B8347-0958-45FD-97CF-70D89D6446E0}" srcOrd="1" destOrd="1" presId="urn:microsoft.com/office/officeart/2005/8/layout/hProcess4"/>
    <dgm:cxn modelId="{2BAE77C9-746F-4CD3-BDC7-FB9C69625B39}" type="presOf" srcId="{755B97F2-A16A-47CA-B6C3-F7241CFB0E95}" destId="{707364DD-11E8-44C5-99D8-2B16EEB5810C}" srcOrd="0" destOrd="0" presId="urn:microsoft.com/office/officeart/2005/8/layout/hProcess4"/>
    <dgm:cxn modelId="{5EC935C0-FD31-49E0-B1B2-E8B7C5F2623E}" type="presOf" srcId="{FAC2EBB7-C64C-41EE-8B2C-E317BA431929}" destId="{376AEF9F-7176-4AE1-9112-B73D9C59FBE7}" srcOrd="0" destOrd="0" presId="urn:microsoft.com/office/officeart/2005/8/layout/hProcess4"/>
    <dgm:cxn modelId="{6A014AB0-CF0E-4CEE-B215-AFD5B262D218}" type="presParOf" srcId="{47D803CE-250F-4A8E-B967-3CD0039589DE}" destId="{FB60AF6E-BDE0-4ECC-96E4-5F590EA39ABB}" srcOrd="0" destOrd="0" presId="urn:microsoft.com/office/officeart/2005/8/layout/hProcess4"/>
    <dgm:cxn modelId="{58F516B9-085D-4448-999C-AA623217A621}" type="presParOf" srcId="{47D803CE-250F-4A8E-B967-3CD0039589DE}" destId="{7F924A70-C33B-4D9B-9850-682DC4975D3E}" srcOrd="1" destOrd="0" presId="urn:microsoft.com/office/officeart/2005/8/layout/hProcess4"/>
    <dgm:cxn modelId="{BEEEA390-073B-4083-AB7E-2F96E482E33C}" type="presParOf" srcId="{47D803CE-250F-4A8E-B967-3CD0039589DE}" destId="{4415DE9A-5EC5-4F3F-A6B9-A59650DA8570}" srcOrd="2" destOrd="0" presId="urn:microsoft.com/office/officeart/2005/8/layout/hProcess4"/>
    <dgm:cxn modelId="{F65EDE24-C997-4B02-8205-864A5F234CC1}" type="presParOf" srcId="{4415DE9A-5EC5-4F3F-A6B9-A59650DA8570}" destId="{747B030C-6244-4334-B919-5142A336D960}" srcOrd="0" destOrd="0" presId="urn:microsoft.com/office/officeart/2005/8/layout/hProcess4"/>
    <dgm:cxn modelId="{89905F00-E452-4600-A08E-5943551EF49F}" type="presParOf" srcId="{747B030C-6244-4334-B919-5142A336D960}" destId="{BCC99C26-E013-47AB-819B-3E8955D845FA}" srcOrd="0" destOrd="0" presId="urn:microsoft.com/office/officeart/2005/8/layout/hProcess4"/>
    <dgm:cxn modelId="{1EDA64A2-FFBF-485C-BD4C-28B185AD9859}" type="presParOf" srcId="{747B030C-6244-4334-B919-5142A336D960}" destId="{376AEF9F-7176-4AE1-9112-B73D9C59FBE7}" srcOrd="1" destOrd="0" presId="urn:microsoft.com/office/officeart/2005/8/layout/hProcess4"/>
    <dgm:cxn modelId="{0573A922-5B8E-443B-B8D7-F67B2498A4F6}" type="presParOf" srcId="{747B030C-6244-4334-B919-5142A336D960}" destId="{91121F41-B19C-46B1-8653-974B5CFC02F6}" srcOrd="2" destOrd="0" presId="urn:microsoft.com/office/officeart/2005/8/layout/hProcess4"/>
    <dgm:cxn modelId="{F67D870C-0DB7-4B6E-B90A-408995113B83}" type="presParOf" srcId="{747B030C-6244-4334-B919-5142A336D960}" destId="{707364DD-11E8-44C5-99D8-2B16EEB5810C}" srcOrd="3" destOrd="0" presId="urn:microsoft.com/office/officeart/2005/8/layout/hProcess4"/>
    <dgm:cxn modelId="{6CF2445C-A429-4EEB-8A96-2D079A5EB0A9}" type="presParOf" srcId="{747B030C-6244-4334-B919-5142A336D960}" destId="{294E8391-F29E-4774-A053-A0AB71E2B187}" srcOrd="4" destOrd="0" presId="urn:microsoft.com/office/officeart/2005/8/layout/hProcess4"/>
    <dgm:cxn modelId="{1B63D3CE-2128-41AC-A8D4-4774F45CF455}" type="presParOf" srcId="{4415DE9A-5EC5-4F3F-A6B9-A59650DA8570}" destId="{87D52BB4-5DE6-45ED-ADE9-C59985BDD26E}" srcOrd="1" destOrd="0" presId="urn:microsoft.com/office/officeart/2005/8/layout/hProcess4"/>
    <dgm:cxn modelId="{A0DF0EAD-D82B-436D-B8C7-56BDCD50A209}" type="presParOf" srcId="{4415DE9A-5EC5-4F3F-A6B9-A59650DA8570}" destId="{EBA13CE8-78C6-4709-8C15-56B0FE5B17F0}" srcOrd="2" destOrd="0" presId="urn:microsoft.com/office/officeart/2005/8/layout/hProcess4"/>
    <dgm:cxn modelId="{F16A098A-6D73-4568-8730-A32A84D98A84}" type="presParOf" srcId="{EBA13CE8-78C6-4709-8C15-56B0FE5B17F0}" destId="{E3053981-2FF5-424E-AE4A-C09A01F8E0DD}" srcOrd="0" destOrd="0" presId="urn:microsoft.com/office/officeart/2005/8/layout/hProcess4"/>
    <dgm:cxn modelId="{03DDA80C-1CC6-4640-A376-3D5577467F19}" type="presParOf" srcId="{EBA13CE8-78C6-4709-8C15-56B0FE5B17F0}" destId="{8436BFA5-7E6E-4AE1-A074-A1961A3A6DFE}" srcOrd="1" destOrd="0" presId="urn:microsoft.com/office/officeart/2005/8/layout/hProcess4"/>
    <dgm:cxn modelId="{99596383-DB12-4CF9-B7C9-182F6AB6D608}" type="presParOf" srcId="{EBA13CE8-78C6-4709-8C15-56B0FE5B17F0}" destId="{6AFF7317-1E8A-4AED-83CF-3115DA923362}" srcOrd="2" destOrd="0" presId="urn:microsoft.com/office/officeart/2005/8/layout/hProcess4"/>
    <dgm:cxn modelId="{26716B11-0AD7-4088-A7EA-236B078D922A}" type="presParOf" srcId="{EBA13CE8-78C6-4709-8C15-56B0FE5B17F0}" destId="{B52843CD-457B-41C1-97D4-CF77F7340ECE}" srcOrd="3" destOrd="0" presId="urn:microsoft.com/office/officeart/2005/8/layout/hProcess4"/>
    <dgm:cxn modelId="{2FEF40E0-E10E-4251-A18E-DF9AA490ADE6}" type="presParOf" srcId="{EBA13CE8-78C6-4709-8C15-56B0FE5B17F0}" destId="{92DD1570-4211-46BB-82A1-1B4A0233CA74}" srcOrd="4" destOrd="0" presId="urn:microsoft.com/office/officeart/2005/8/layout/hProcess4"/>
    <dgm:cxn modelId="{0E56165F-E1D1-4A0C-9640-964839143681}" type="presParOf" srcId="{4415DE9A-5EC5-4F3F-A6B9-A59650DA8570}" destId="{4E789A20-8184-4965-A506-5FD388B0BBE0}" srcOrd="3" destOrd="0" presId="urn:microsoft.com/office/officeart/2005/8/layout/hProcess4"/>
    <dgm:cxn modelId="{C0EC1750-65F2-446C-B533-5007A4A27313}" type="presParOf" srcId="{4415DE9A-5EC5-4F3F-A6B9-A59650DA8570}" destId="{97DBA7BC-ECB7-4061-B577-79DCE1A486B6}" srcOrd="4" destOrd="0" presId="urn:microsoft.com/office/officeart/2005/8/layout/hProcess4"/>
    <dgm:cxn modelId="{3F63A121-3831-47B2-A783-78AC71C490D5}" type="presParOf" srcId="{97DBA7BC-ECB7-4061-B577-79DCE1A486B6}" destId="{6C44F89F-6FFB-46FB-9EFC-E3EE649E6D5A}" srcOrd="0" destOrd="0" presId="urn:microsoft.com/office/officeart/2005/8/layout/hProcess4"/>
    <dgm:cxn modelId="{F7891A92-4201-405E-B74B-7DAFD7E0955D}" type="presParOf" srcId="{97DBA7BC-ECB7-4061-B577-79DCE1A486B6}" destId="{6C215440-918D-42D4-BB80-371E4B502F3C}" srcOrd="1" destOrd="0" presId="urn:microsoft.com/office/officeart/2005/8/layout/hProcess4"/>
    <dgm:cxn modelId="{9DEA3AB2-00D3-4957-A519-3ED758648F4C}" type="presParOf" srcId="{97DBA7BC-ECB7-4061-B577-79DCE1A486B6}" destId="{ED2B8347-0958-45FD-97CF-70D89D6446E0}" srcOrd="2" destOrd="0" presId="urn:microsoft.com/office/officeart/2005/8/layout/hProcess4"/>
    <dgm:cxn modelId="{B8DF7087-1ADF-4D48-89BD-0E1914413CDF}" type="presParOf" srcId="{97DBA7BC-ECB7-4061-B577-79DCE1A486B6}" destId="{F1A7C703-7A1D-4B32-A28F-2E1E15D33BAF}" srcOrd="3" destOrd="0" presId="urn:microsoft.com/office/officeart/2005/8/layout/hProcess4"/>
    <dgm:cxn modelId="{5F53D432-8F43-4374-8444-F818FCF4BE00}" type="presParOf" srcId="{97DBA7BC-ECB7-4061-B577-79DCE1A486B6}" destId="{16D1724C-6414-4E8C-9CDD-605B44FDCFF1}" srcOrd="4" destOrd="0" presId="urn:microsoft.com/office/officeart/2005/8/layout/hProcess4"/>
    <dgm:cxn modelId="{2CF39EA9-295D-4DA6-852C-12DA1685D41B}" type="presParOf" srcId="{4415DE9A-5EC5-4F3F-A6B9-A59650DA8570}" destId="{21AD3C5D-7DCD-4614-9B4B-275C38181740}" srcOrd="5" destOrd="0" presId="urn:microsoft.com/office/officeart/2005/8/layout/hProcess4"/>
    <dgm:cxn modelId="{13FACB17-1EFB-4C02-B234-E866BDA14ADC}" type="presParOf" srcId="{4415DE9A-5EC5-4F3F-A6B9-A59650DA8570}" destId="{DC680DDF-0BFE-4854-97D0-9D8351F4030A}" srcOrd="6" destOrd="0" presId="urn:microsoft.com/office/officeart/2005/8/layout/hProcess4"/>
    <dgm:cxn modelId="{510C5474-C031-4AAF-ACD5-83D6E9EF20AA}" type="presParOf" srcId="{DC680DDF-0BFE-4854-97D0-9D8351F4030A}" destId="{BAD88E84-AEA5-466A-BBD7-FF236E2E0F66}" srcOrd="0" destOrd="0" presId="urn:microsoft.com/office/officeart/2005/8/layout/hProcess4"/>
    <dgm:cxn modelId="{95B00653-9987-4F3E-8872-8768615BC756}" type="presParOf" srcId="{DC680DDF-0BFE-4854-97D0-9D8351F4030A}" destId="{27A73166-6F84-451D-A077-673E4F12DF53}" srcOrd="1" destOrd="0" presId="urn:microsoft.com/office/officeart/2005/8/layout/hProcess4"/>
    <dgm:cxn modelId="{4E3F17A0-0E21-4495-96A0-D787EA8157F2}" type="presParOf" srcId="{DC680DDF-0BFE-4854-97D0-9D8351F4030A}" destId="{159405C9-1F52-47A4-BC41-0996B5FC0C5C}" srcOrd="2" destOrd="0" presId="urn:microsoft.com/office/officeart/2005/8/layout/hProcess4"/>
    <dgm:cxn modelId="{447D7115-D6EB-4B0B-93D8-4BD92EA5229A}" type="presParOf" srcId="{DC680DDF-0BFE-4854-97D0-9D8351F4030A}" destId="{6A747253-A3E9-4DA1-9A09-800ECC5113DC}" srcOrd="3" destOrd="0" presId="urn:microsoft.com/office/officeart/2005/8/layout/hProcess4"/>
    <dgm:cxn modelId="{408CCC21-F23F-446C-A9CD-C1554A545BF0}" type="presParOf" srcId="{DC680DDF-0BFE-4854-97D0-9D8351F4030A}" destId="{10C2FB63-E4BF-419F-8BD5-0DAB66939FD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D9AED3-4651-4F14-8EF9-B7C34918A5E1}" type="doc">
      <dgm:prSet loTypeId="urn:microsoft.com/office/officeart/2005/8/layout/process1" loCatId="process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pt-PT"/>
        </a:p>
      </dgm:t>
    </dgm:pt>
    <dgm:pt modelId="{0505C721-A33D-4A88-8F49-7DFD2A6FC833}">
      <dgm:prSet phldrT="[Texto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PT" b="1"/>
            <a:t>Desenvolvimento</a:t>
          </a:r>
          <a:endParaRPr lang="pt-PT"/>
        </a:p>
      </dgm:t>
    </dgm:pt>
    <dgm:pt modelId="{EE1CC6EC-3F87-4887-BA0F-DAE877B60753}" type="parTrans" cxnId="{6075B1B5-3601-4307-B939-EC9B762CDFAF}">
      <dgm:prSet/>
      <dgm:spPr/>
      <dgm:t>
        <a:bodyPr/>
        <a:lstStyle/>
        <a:p>
          <a:endParaRPr lang="pt-PT"/>
        </a:p>
      </dgm:t>
    </dgm:pt>
    <dgm:pt modelId="{78239F64-0723-4C72-9126-99966CCB4439}" type="sibTrans" cxnId="{6075B1B5-3601-4307-B939-EC9B762CDFAF}">
      <dgm:prSet phldrT="1" phldr="0"/>
      <dgm:spPr/>
      <dgm:t>
        <a:bodyPr/>
        <a:lstStyle/>
        <a:p>
          <a:endParaRPr/>
        </a:p>
      </dgm:t>
    </dgm:pt>
    <dgm:pt modelId="{F6F0056C-ADAD-41C5-A241-DD5760FFA0EC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pt-PT" b="1" i="1" dirty="0" err="1"/>
            <a:t>Machine</a:t>
          </a:r>
          <a:r>
            <a:rPr lang="pt-PT" b="1" i="1" dirty="0"/>
            <a:t> </a:t>
          </a:r>
          <a:r>
            <a:rPr lang="pt-PT" b="1" i="1" dirty="0" err="1"/>
            <a:t>Learning</a:t>
          </a:r>
          <a:endParaRPr lang="pt-PT" i="1" dirty="0"/>
        </a:p>
      </dgm:t>
    </dgm:pt>
    <dgm:pt modelId="{849958B8-8429-444F-9286-7862DC512ADF}" type="parTrans" cxnId="{1D97E33F-A373-4A17-9847-F54076CEF279}">
      <dgm:prSet/>
      <dgm:spPr/>
      <dgm:t>
        <a:bodyPr/>
        <a:lstStyle/>
        <a:p>
          <a:endParaRPr lang="pt-PT"/>
        </a:p>
      </dgm:t>
    </dgm:pt>
    <dgm:pt modelId="{871207E5-AC64-4A0D-8332-E5BFA14DDECE}" type="sibTrans" cxnId="{1D97E33F-A373-4A17-9847-F54076CEF279}">
      <dgm:prSet phldrT="2" phldr="0"/>
      <dgm:spPr/>
      <dgm:t>
        <a:bodyPr/>
        <a:lstStyle/>
        <a:p>
          <a:endParaRPr lang="pt-PT"/>
        </a:p>
      </dgm:t>
    </dgm:pt>
    <dgm:pt modelId="{C89E0CA9-6635-4377-BF89-A6C1FA9DD6C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PT" b="1" i="1" dirty="0" err="1"/>
            <a:t>MLOps</a:t>
          </a:r>
          <a:endParaRPr lang="pt-PT" i="1" dirty="0"/>
        </a:p>
      </dgm:t>
    </dgm:pt>
    <dgm:pt modelId="{3EE06631-C2A4-42DE-BA4B-A270ADF17465}" type="parTrans" cxnId="{5C29ABFD-76D2-4084-A710-5EF08B1B1299}">
      <dgm:prSet/>
      <dgm:spPr/>
      <dgm:t>
        <a:bodyPr/>
        <a:lstStyle/>
        <a:p>
          <a:endParaRPr lang="pt-PT"/>
        </a:p>
      </dgm:t>
    </dgm:pt>
    <dgm:pt modelId="{4B647E9F-DD55-44C4-ADBC-63E683648771}" type="sibTrans" cxnId="{5C29ABFD-76D2-4084-A710-5EF08B1B1299}">
      <dgm:prSet phldrT="4" phldr="0"/>
      <dgm:spPr/>
      <dgm:t>
        <a:bodyPr/>
        <a:lstStyle/>
        <a:p>
          <a:endParaRPr lang="pt-PT"/>
        </a:p>
      </dgm:t>
    </dgm:pt>
    <dgm:pt modelId="{680F6538-D413-444B-8F42-3A8E0B213EE3}">
      <dgm:prSet phldrT="[Texto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PT" err="1"/>
            <a:t>Python</a:t>
          </a:r>
          <a:r>
            <a:rPr lang="pt-PT"/>
            <a:t> 3.12+ </a:t>
          </a:r>
        </a:p>
      </dgm:t>
    </dgm:pt>
    <dgm:pt modelId="{05F5DB72-53E5-4E52-93E6-B9D59AC65126}" type="parTrans" cxnId="{F22FB946-D5BB-460A-9DA1-8750C38E8A51}">
      <dgm:prSet/>
      <dgm:spPr/>
      <dgm:t>
        <a:bodyPr/>
        <a:lstStyle/>
        <a:p>
          <a:endParaRPr lang="pt-PT"/>
        </a:p>
      </dgm:t>
    </dgm:pt>
    <dgm:pt modelId="{57FC2481-FCE0-48E4-9CE5-C6119B17A1DC}" type="sibTrans" cxnId="{F22FB946-D5BB-460A-9DA1-8750C38E8A51}">
      <dgm:prSet/>
      <dgm:spPr/>
      <dgm:t>
        <a:bodyPr/>
        <a:lstStyle/>
        <a:p>
          <a:endParaRPr lang="pt-PT"/>
        </a:p>
      </dgm:t>
    </dgm:pt>
    <dgm:pt modelId="{D56B8BFB-3EE1-4BCC-BCB4-055A8FB68E6B}">
      <dgm:prSet/>
      <dgm:spPr/>
      <dgm:t>
        <a:bodyPr/>
        <a:lstStyle/>
        <a:p>
          <a:r>
            <a:rPr lang="pt-PT"/>
            <a:t>uv </a:t>
          </a:r>
        </a:p>
      </dgm:t>
    </dgm:pt>
    <dgm:pt modelId="{950BB836-02A6-4A24-94EC-4A09B4E9B0EF}" type="parTrans" cxnId="{D59CCC07-4C36-4A45-830A-9C125CF58971}">
      <dgm:prSet/>
      <dgm:spPr/>
      <dgm:t>
        <a:bodyPr/>
        <a:lstStyle/>
        <a:p>
          <a:endParaRPr lang="pt-PT"/>
        </a:p>
      </dgm:t>
    </dgm:pt>
    <dgm:pt modelId="{EF9D5C94-3F44-4E58-A91C-6405D6763F1C}" type="sibTrans" cxnId="{D59CCC07-4C36-4A45-830A-9C125CF58971}">
      <dgm:prSet/>
      <dgm:spPr/>
      <dgm:t>
        <a:bodyPr/>
        <a:lstStyle/>
        <a:p>
          <a:endParaRPr lang="pt-PT"/>
        </a:p>
      </dgm:t>
    </dgm:pt>
    <dgm:pt modelId="{31C49D06-0FDF-4A4F-873F-CA3F7C50372B}">
      <dgm:prSet/>
      <dgm:spPr/>
      <dgm:t>
        <a:bodyPr/>
        <a:lstStyle/>
        <a:p>
          <a:r>
            <a:rPr lang="pt-PT"/>
            <a:t>pyproject.toml </a:t>
          </a:r>
        </a:p>
      </dgm:t>
    </dgm:pt>
    <dgm:pt modelId="{E921BFC3-336A-4CED-8B43-14174D78B9FB}" type="parTrans" cxnId="{0CB84B60-8510-4067-8677-0B0FAD96E921}">
      <dgm:prSet/>
      <dgm:spPr/>
      <dgm:t>
        <a:bodyPr/>
        <a:lstStyle/>
        <a:p>
          <a:endParaRPr lang="pt-PT"/>
        </a:p>
      </dgm:t>
    </dgm:pt>
    <dgm:pt modelId="{550180D3-F8C9-487F-B42D-B1EA8DFC8105}" type="sibTrans" cxnId="{0CB84B60-8510-4067-8677-0B0FAD96E921}">
      <dgm:prSet/>
      <dgm:spPr/>
      <dgm:t>
        <a:bodyPr/>
        <a:lstStyle/>
        <a:p>
          <a:endParaRPr lang="pt-PT"/>
        </a:p>
      </dgm:t>
    </dgm:pt>
    <dgm:pt modelId="{2467D8EA-3483-4DE0-8ADB-12837588BE5E}">
      <dgm:prSet/>
      <dgm:spPr/>
      <dgm:t>
        <a:bodyPr/>
        <a:lstStyle/>
        <a:p>
          <a:r>
            <a:rPr lang="pt-PT"/>
            <a:t>Task </a:t>
          </a:r>
        </a:p>
      </dgm:t>
    </dgm:pt>
    <dgm:pt modelId="{E314C529-F618-4C6B-B908-A3609DEE61D9}" type="parTrans" cxnId="{31D78BF9-8D54-4F48-8461-C778686B45C2}">
      <dgm:prSet/>
      <dgm:spPr/>
      <dgm:t>
        <a:bodyPr/>
        <a:lstStyle/>
        <a:p>
          <a:endParaRPr lang="pt-PT"/>
        </a:p>
      </dgm:t>
    </dgm:pt>
    <dgm:pt modelId="{E81DD8F1-9101-452F-87AB-9373A52B7BF3}" type="sibTrans" cxnId="{31D78BF9-8D54-4F48-8461-C778686B45C2}">
      <dgm:prSet/>
      <dgm:spPr/>
      <dgm:t>
        <a:bodyPr/>
        <a:lstStyle/>
        <a:p>
          <a:endParaRPr lang="pt-PT"/>
        </a:p>
      </dgm:t>
    </dgm:pt>
    <dgm:pt modelId="{EB4BF36B-EA5D-40D8-BC23-0D22F2F59EA5}">
      <dgm:prSet/>
      <dgm:spPr/>
      <dgm:t>
        <a:bodyPr/>
        <a:lstStyle/>
        <a:p>
          <a:r>
            <a:rPr lang="pt-PT" err="1"/>
            <a:t>Bash</a:t>
          </a:r>
          <a:r>
            <a:rPr lang="pt-PT"/>
            <a:t> </a:t>
          </a:r>
        </a:p>
      </dgm:t>
    </dgm:pt>
    <dgm:pt modelId="{8F45B715-FB60-4F47-80E1-9E030340FF21}" type="parTrans" cxnId="{6A7B804C-88A6-440B-BA6D-9234B3C30A0B}">
      <dgm:prSet/>
      <dgm:spPr/>
      <dgm:t>
        <a:bodyPr/>
        <a:lstStyle/>
        <a:p>
          <a:endParaRPr lang="pt-PT"/>
        </a:p>
      </dgm:t>
    </dgm:pt>
    <dgm:pt modelId="{C2E38133-9A1E-463A-871A-409C67383CDC}" type="sibTrans" cxnId="{6A7B804C-88A6-440B-BA6D-9234B3C30A0B}">
      <dgm:prSet/>
      <dgm:spPr/>
      <dgm:t>
        <a:bodyPr/>
        <a:lstStyle/>
        <a:p>
          <a:endParaRPr lang="pt-PT"/>
        </a:p>
      </dgm:t>
    </dgm:pt>
    <dgm:pt modelId="{9D890B0D-AB45-42A9-BC1C-3D3ECF6D919F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pt-PT" dirty="0" err="1"/>
            <a:t>XGBoost</a:t>
          </a:r>
          <a:r>
            <a:rPr lang="pt-PT" dirty="0"/>
            <a:t> </a:t>
          </a:r>
        </a:p>
      </dgm:t>
    </dgm:pt>
    <dgm:pt modelId="{E94A1ADA-77C4-4280-8006-E87FC07BC181}" type="parTrans" cxnId="{DB942DA7-DDF2-4D72-9974-A0F33F914EF0}">
      <dgm:prSet/>
      <dgm:spPr/>
      <dgm:t>
        <a:bodyPr/>
        <a:lstStyle/>
        <a:p>
          <a:endParaRPr lang="pt-PT"/>
        </a:p>
      </dgm:t>
    </dgm:pt>
    <dgm:pt modelId="{75FA064C-8C26-4DD1-BFFB-E97108197754}" type="sibTrans" cxnId="{DB942DA7-DDF2-4D72-9974-A0F33F914EF0}">
      <dgm:prSet/>
      <dgm:spPr/>
      <dgm:t>
        <a:bodyPr/>
        <a:lstStyle/>
        <a:p>
          <a:endParaRPr lang="pt-PT"/>
        </a:p>
      </dgm:t>
    </dgm:pt>
    <dgm:pt modelId="{9AF12732-972C-4B79-9C21-9F66FBBDCDC3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PT" b="1" i="1" dirty="0"/>
            <a:t>AWS / </a:t>
          </a:r>
          <a:r>
            <a:rPr lang="pt-PT" b="1" i="1" dirty="0" err="1"/>
            <a:t>Cloud</a:t>
          </a:r>
          <a:endParaRPr lang="pt-PT" i="1" dirty="0"/>
        </a:p>
      </dgm:t>
    </dgm:pt>
    <dgm:pt modelId="{F0658D44-AD95-4AA4-A1C6-BC53D5C8C232}" type="parTrans" cxnId="{8A0107D2-781B-4D59-81AC-D98CCF567503}">
      <dgm:prSet/>
      <dgm:spPr/>
      <dgm:t>
        <a:bodyPr/>
        <a:lstStyle/>
        <a:p>
          <a:endParaRPr lang="pt-PT"/>
        </a:p>
      </dgm:t>
    </dgm:pt>
    <dgm:pt modelId="{E4623B96-F98B-4B36-834D-62F7255E3CF9}" type="sibTrans" cxnId="{8A0107D2-781B-4D59-81AC-D98CCF567503}">
      <dgm:prSet/>
      <dgm:spPr/>
      <dgm:t>
        <a:bodyPr/>
        <a:lstStyle/>
        <a:p>
          <a:endParaRPr lang="pt-PT"/>
        </a:p>
      </dgm:t>
    </dgm:pt>
    <dgm:pt modelId="{AD8B613A-27D3-4FE2-AB38-25D55953FC53}">
      <dgm:prSet/>
      <dgm:spPr/>
      <dgm:t>
        <a:bodyPr/>
        <a:lstStyle/>
        <a:p>
          <a:r>
            <a:rPr lang="pt-PT"/>
            <a:t>Scikit-Learn </a:t>
          </a:r>
        </a:p>
      </dgm:t>
    </dgm:pt>
    <dgm:pt modelId="{F12E33B8-BB09-4019-AF7D-94D00F2B2B9A}" type="parTrans" cxnId="{685E3F34-F8E8-426D-B0B6-47C8E2F58C1A}">
      <dgm:prSet/>
      <dgm:spPr/>
      <dgm:t>
        <a:bodyPr/>
        <a:lstStyle/>
        <a:p>
          <a:endParaRPr lang="pt-PT"/>
        </a:p>
      </dgm:t>
    </dgm:pt>
    <dgm:pt modelId="{5EAA42D1-52F5-4D34-B61B-7237C67627D0}" type="sibTrans" cxnId="{685E3F34-F8E8-426D-B0B6-47C8E2F58C1A}">
      <dgm:prSet/>
      <dgm:spPr/>
      <dgm:t>
        <a:bodyPr/>
        <a:lstStyle/>
        <a:p>
          <a:endParaRPr lang="pt-PT"/>
        </a:p>
      </dgm:t>
    </dgm:pt>
    <dgm:pt modelId="{5B2DA740-0A36-44CE-B5FE-9517EBEED2FD}">
      <dgm:prSet/>
      <dgm:spPr/>
      <dgm:t>
        <a:bodyPr/>
        <a:lstStyle/>
        <a:p>
          <a:r>
            <a:rPr lang="pt-PT"/>
            <a:t>Pandas </a:t>
          </a:r>
        </a:p>
      </dgm:t>
    </dgm:pt>
    <dgm:pt modelId="{A4BDD2AE-D209-4434-B3E8-723C41504D6B}" type="parTrans" cxnId="{45359F39-6D10-4E73-871E-09C18DB96B86}">
      <dgm:prSet/>
      <dgm:spPr/>
      <dgm:t>
        <a:bodyPr/>
        <a:lstStyle/>
        <a:p>
          <a:endParaRPr lang="pt-PT"/>
        </a:p>
      </dgm:t>
    </dgm:pt>
    <dgm:pt modelId="{17CB37EF-016B-4124-B9F7-F8355B3DE1C3}" type="sibTrans" cxnId="{45359F39-6D10-4E73-871E-09C18DB96B86}">
      <dgm:prSet/>
      <dgm:spPr/>
      <dgm:t>
        <a:bodyPr/>
        <a:lstStyle/>
        <a:p>
          <a:endParaRPr lang="pt-PT"/>
        </a:p>
      </dgm:t>
    </dgm:pt>
    <dgm:pt modelId="{9963CB49-55F9-4A45-A3C1-CEF062B5381E}">
      <dgm:prSet/>
      <dgm:spPr/>
      <dgm:t>
        <a:bodyPr/>
        <a:lstStyle/>
        <a:p>
          <a:r>
            <a:rPr lang="pt-PT"/>
            <a:t>NumPy </a:t>
          </a:r>
        </a:p>
      </dgm:t>
    </dgm:pt>
    <dgm:pt modelId="{CEDA9516-1E6C-4E58-8364-9893862CE95E}" type="parTrans" cxnId="{0EF5025B-DC14-448C-B66E-797879DE5F72}">
      <dgm:prSet/>
      <dgm:spPr/>
      <dgm:t>
        <a:bodyPr/>
        <a:lstStyle/>
        <a:p>
          <a:endParaRPr lang="pt-PT"/>
        </a:p>
      </dgm:t>
    </dgm:pt>
    <dgm:pt modelId="{78A23E06-40EA-4E47-B466-50564219C24E}" type="sibTrans" cxnId="{0EF5025B-DC14-448C-B66E-797879DE5F72}">
      <dgm:prSet/>
      <dgm:spPr/>
      <dgm:t>
        <a:bodyPr/>
        <a:lstStyle/>
        <a:p>
          <a:endParaRPr lang="pt-PT"/>
        </a:p>
      </dgm:t>
    </dgm:pt>
    <dgm:pt modelId="{0B30A72C-F2A0-48AE-9263-9AA7536C4F6D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PT" dirty="0"/>
            <a:t>Amazon </a:t>
          </a:r>
          <a:r>
            <a:rPr lang="pt-PT" dirty="0" err="1"/>
            <a:t>SageMaker</a:t>
          </a:r>
          <a:r>
            <a:rPr lang="pt-PT" dirty="0"/>
            <a:t> AI </a:t>
          </a:r>
        </a:p>
      </dgm:t>
    </dgm:pt>
    <dgm:pt modelId="{271ECDE3-7523-49EF-A436-D7301F6D6E4D}" type="parTrans" cxnId="{5385E071-96CA-4D51-9F52-A95D75AEE781}">
      <dgm:prSet/>
      <dgm:spPr/>
      <dgm:t>
        <a:bodyPr/>
        <a:lstStyle/>
        <a:p>
          <a:endParaRPr lang="pt-PT"/>
        </a:p>
      </dgm:t>
    </dgm:pt>
    <dgm:pt modelId="{21CFD445-4639-4595-BA8B-03FF999D7908}" type="sibTrans" cxnId="{5385E071-96CA-4D51-9F52-A95D75AEE781}">
      <dgm:prSet/>
      <dgm:spPr/>
      <dgm:t>
        <a:bodyPr/>
        <a:lstStyle/>
        <a:p>
          <a:endParaRPr lang="pt-PT"/>
        </a:p>
      </dgm:t>
    </dgm:pt>
    <dgm:pt modelId="{EB79DE92-C04D-468B-850F-EDD255C1877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PT"/>
            <a:t>Amazon S3 </a:t>
          </a:r>
        </a:p>
      </dgm:t>
    </dgm:pt>
    <dgm:pt modelId="{3E457691-E034-43BE-A300-0B9346CD29FE}" type="parTrans" cxnId="{B13B14BB-0A54-4666-85C9-24F2D12D41F4}">
      <dgm:prSet/>
      <dgm:spPr/>
      <dgm:t>
        <a:bodyPr/>
        <a:lstStyle/>
        <a:p>
          <a:endParaRPr lang="pt-PT"/>
        </a:p>
      </dgm:t>
    </dgm:pt>
    <dgm:pt modelId="{DF2C4169-EA00-4CFC-A9CF-C4FD08CCCE24}" type="sibTrans" cxnId="{B13B14BB-0A54-4666-85C9-24F2D12D41F4}">
      <dgm:prSet/>
      <dgm:spPr/>
      <dgm:t>
        <a:bodyPr/>
        <a:lstStyle/>
        <a:p>
          <a:endParaRPr lang="pt-PT"/>
        </a:p>
      </dgm:t>
    </dgm:pt>
    <dgm:pt modelId="{3844A30F-7BA0-4F36-8E56-7925D0B88974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PT"/>
            <a:t>Amazon ECR </a:t>
          </a:r>
        </a:p>
      </dgm:t>
    </dgm:pt>
    <dgm:pt modelId="{260B9635-EAB3-4959-B27B-A393011B676B}" type="parTrans" cxnId="{52DCD7A8-BFE5-4382-84EC-3225F1EF3EE6}">
      <dgm:prSet/>
      <dgm:spPr/>
      <dgm:t>
        <a:bodyPr/>
        <a:lstStyle/>
        <a:p>
          <a:endParaRPr lang="pt-PT"/>
        </a:p>
      </dgm:t>
    </dgm:pt>
    <dgm:pt modelId="{4492DBAE-2809-45D1-AE4C-FC4B011A7625}" type="sibTrans" cxnId="{52DCD7A8-BFE5-4382-84EC-3225F1EF3EE6}">
      <dgm:prSet/>
      <dgm:spPr/>
      <dgm:t>
        <a:bodyPr/>
        <a:lstStyle/>
        <a:p>
          <a:endParaRPr lang="pt-PT"/>
        </a:p>
      </dgm:t>
    </dgm:pt>
    <dgm:pt modelId="{94D60607-CF3B-48B1-A0CD-428EC3CD0B64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PT"/>
            <a:t>IAM </a:t>
          </a:r>
        </a:p>
      </dgm:t>
    </dgm:pt>
    <dgm:pt modelId="{64AAF81C-AC87-4450-974F-CEB13C821D45}" type="parTrans" cxnId="{0D434630-8E07-47A3-8AD1-35BA9C3CC7CF}">
      <dgm:prSet/>
      <dgm:spPr/>
      <dgm:t>
        <a:bodyPr/>
        <a:lstStyle/>
        <a:p>
          <a:endParaRPr lang="pt-PT"/>
        </a:p>
      </dgm:t>
    </dgm:pt>
    <dgm:pt modelId="{EBF6DF87-8116-4C36-860E-8171B52FE6D6}" type="sibTrans" cxnId="{0D434630-8E07-47A3-8AD1-35BA9C3CC7CF}">
      <dgm:prSet/>
      <dgm:spPr/>
      <dgm:t>
        <a:bodyPr/>
        <a:lstStyle/>
        <a:p>
          <a:endParaRPr lang="pt-PT"/>
        </a:p>
      </dgm:t>
    </dgm:pt>
    <dgm:pt modelId="{22290D7B-C2D9-484E-BC64-23E15516EE5A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PT"/>
            <a:t>MLflow </a:t>
          </a:r>
        </a:p>
      </dgm:t>
    </dgm:pt>
    <dgm:pt modelId="{3B3EFB96-3E47-4CCE-B157-AD45D752B7E6}" type="parTrans" cxnId="{935C62FE-EF3F-4F03-9416-EFD52E312DE4}">
      <dgm:prSet/>
      <dgm:spPr/>
      <dgm:t>
        <a:bodyPr/>
        <a:lstStyle/>
        <a:p>
          <a:endParaRPr lang="pt-PT"/>
        </a:p>
      </dgm:t>
    </dgm:pt>
    <dgm:pt modelId="{AD4420AD-0021-4DB9-85AA-8798AF5E92B0}" type="sibTrans" cxnId="{935C62FE-EF3F-4F03-9416-EFD52E312DE4}">
      <dgm:prSet/>
      <dgm:spPr/>
      <dgm:t>
        <a:bodyPr/>
        <a:lstStyle/>
        <a:p>
          <a:endParaRPr lang="pt-PT"/>
        </a:p>
      </dgm:t>
    </dgm:pt>
    <dgm:pt modelId="{0C76924F-C25A-4C63-AD98-7C3F8DB0773F}">
      <dgm:prSet/>
      <dgm:spPr/>
      <dgm:t>
        <a:bodyPr/>
        <a:lstStyle/>
        <a:p>
          <a:r>
            <a:rPr lang="pt-PT"/>
            <a:t>SageMaker Model Registry </a:t>
          </a:r>
        </a:p>
      </dgm:t>
    </dgm:pt>
    <dgm:pt modelId="{4C9495F9-3085-4617-93AF-72D1DA4C8651}" type="parTrans" cxnId="{E3A139EF-BEDC-40CB-A896-DA6E374D1D32}">
      <dgm:prSet/>
      <dgm:spPr/>
      <dgm:t>
        <a:bodyPr/>
        <a:lstStyle/>
        <a:p>
          <a:endParaRPr lang="pt-PT"/>
        </a:p>
      </dgm:t>
    </dgm:pt>
    <dgm:pt modelId="{74B476C1-B365-4662-93E6-81153D572F37}" type="sibTrans" cxnId="{E3A139EF-BEDC-40CB-A896-DA6E374D1D32}">
      <dgm:prSet/>
      <dgm:spPr/>
      <dgm:t>
        <a:bodyPr/>
        <a:lstStyle/>
        <a:p>
          <a:endParaRPr lang="pt-PT"/>
        </a:p>
      </dgm:t>
    </dgm:pt>
    <dgm:pt modelId="{31DB6E98-360B-43E5-9354-4723AFBE3BDE}">
      <dgm:prSet/>
      <dgm:spPr/>
      <dgm:t>
        <a:bodyPr/>
        <a:lstStyle/>
        <a:p>
          <a:r>
            <a:rPr lang="pt-PT"/>
            <a:t>SageMaker Model Monitor </a:t>
          </a:r>
        </a:p>
      </dgm:t>
    </dgm:pt>
    <dgm:pt modelId="{888D1C4C-9186-4556-A0F9-77DF5F0A67D7}" type="parTrans" cxnId="{1AA244E6-BBC9-4EB6-B52C-B71F14757211}">
      <dgm:prSet/>
      <dgm:spPr/>
      <dgm:t>
        <a:bodyPr/>
        <a:lstStyle/>
        <a:p>
          <a:endParaRPr lang="pt-PT"/>
        </a:p>
      </dgm:t>
    </dgm:pt>
    <dgm:pt modelId="{BC2A44D1-97D4-4759-BDCE-BB715DE2DACE}" type="sibTrans" cxnId="{1AA244E6-BBC9-4EB6-B52C-B71F14757211}">
      <dgm:prSet/>
      <dgm:spPr/>
      <dgm:t>
        <a:bodyPr/>
        <a:lstStyle/>
        <a:p>
          <a:endParaRPr lang="pt-PT"/>
        </a:p>
      </dgm:t>
    </dgm:pt>
    <dgm:pt modelId="{741100FD-A12D-41FD-91B6-6B1E1E214AD7}">
      <dgm:prSet/>
      <dgm:spPr/>
      <dgm:t>
        <a:bodyPr/>
        <a:lstStyle/>
        <a:p>
          <a:r>
            <a:rPr lang="pt-PT"/>
            <a:t>SageMaker Batch Transform </a:t>
          </a:r>
        </a:p>
      </dgm:t>
    </dgm:pt>
    <dgm:pt modelId="{150E7B8C-C643-4F4E-8210-94320E8B2EEA}" type="parTrans" cxnId="{198A0BCC-77C2-45B9-9F18-123774E89D85}">
      <dgm:prSet/>
      <dgm:spPr/>
      <dgm:t>
        <a:bodyPr/>
        <a:lstStyle/>
        <a:p>
          <a:endParaRPr lang="pt-PT"/>
        </a:p>
      </dgm:t>
    </dgm:pt>
    <dgm:pt modelId="{C74612D5-03C2-44A3-9485-1B37CC89FB00}" type="sibTrans" cxnId="{198A0BCC-77C2-45B9-9F18-123774E89D85}">
      <dgm:prSet/>
      <dgm:spPr/>
      <dgm:t>
        <a:bodyPr/>
        <a:lstStyle/>
        <a:p>
          <a:endParaRPr lang="pt-PT"/>
        </a:p>
      </dgm:t>
    </dgm:pt>
    <dgm:pt modelId="{DFEA7C3A-7917-4CF7-AF85-5FD27FA28B69}">
      <dgm:prSet/>
      <dgm:spPr/>
      <dgm:t>
        <a:bodyPr/>
        <a:lstStyle/>
        <a:p>
          <a:r>
            <a:rPr lang="pt-PT"/>
            <a:t>Evidently</a:t>
          </a:r>
        </a:p>
      </dgm:t>
    </dgm:pt>
    <dgm:pt modelId="{6E7E7CDE-5057-438E-91B3-F427F795E04E}" type="parTrans" cxnId="{44A0CB2F-4E8A-46EB-9D81-721CFCA32BF9}">
      <dgm:prSet/>
      <dgm:spPr/>
      <dgm:t>
        <a:bodyPr/>
        <a:lstStyle/>
        <a:p>
          <a:endParaRPr lang="pt-PT"/>
        </a:p>
      </dgm:t>
    </dgm:pt>
    <dgm:pt modelId="{93808597-531D-41D8-9C60-708E07D8D5C5}" type="sibTrans" cxnId="{44A0CB2F-4E8A-46EB-9D81-721CFCA32BF9}">
      <dgm:prSet/>
      <dgm:spPr/>
      <dgm:t>
        <a:bodyPr/>
        <a:lstStyle/>
        <a:p>
          <a:endParaRPr lang="pt-PT"/>
        </a:p>
      </dgm:t>
    </dgm:pt>
    <dgm:pt modelId="{135B8821-4773-4DA5-B0FE-BB7E0082E41E}" type="pres">
      <dgm:prSet presAssocID="{03D9AED3-4651-4F14-8EF9-B7C34918A5E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PT"/>
        </a:p>
      </dgm:t>
    </dgm:pt>
    <dgm:pt modelId="{4718843B-05E1-41B7-8703-BB13E8481F97}" type="pres">
      <dgm:prSet presAssocID="{0505C721-A33D-4A88-8F49-7DFD2A6FC83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B3DDB43E-652F-493F-836C-DADDC384B1FA}" type="pres">
      <dgm:prSet presAssocID="{78239F64-0723-4C72-9126-99966CCB4439}" presName="sibTrans" presStyleLbl="sibTrans2D1" presStyleIdx="0" presStyleCnt="3"/>
      <dgm:spPr/>
      <dgm:t>
        <a:bodyPr/>
        <a:lstStyle/>
        <a:p>
          <a:endParaRPr lang="pt-PT"/>
        </a:p>
      </dgm:t>
    </dgm:pt>
    <dgm:pt modelId="{B089482F-2A1F-408C-9B37-36BD77E622E2}" type="pres">
      <dgm:prSet presAssocID="{78239F64-0723-4C72-9126-99966CCB4439}" presName="connectorText" presStyleLbl="sibTrans2D1" presStyleIdx="0" presStyleCnt="3"/>
      <dgm:spPr/>
      <dgm:t>
        <a:bodyPr/>
        <a:lstStyle/>
        <a:p>
          <a:endParaRPr lang="pt-PT"/>
        </a:p>
      </dgm:t>
    </dgm:pt>
    <dgm:pt modelId="{29EF8F71-123C-44A8-9D04-AF2059F1D690}" type="pres">
      <dgm:prSet presAssocID="{F6F0056C-ADAD-41C5-A241-DD5760FFA0E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9832F5EB-9B41-483B-8464-556BBAC87E39}" type="pres">
      <dgm:prSet presAssocID="{871207E5-AC64-4A0D-8332-E5BFA14DDECE}" presName="sibTrans" presStyleLbl="sibTrans2D1" presStyleIdx="1" presStyleCnt="3"/>
      <dgm:spPr/>
      <dgm:t>
        <a:bodyPr/>
        <a:lstStyle/>
        <a:p>
          <a:endParaRPr lang="pt-PT"/>
        </a:p>
      </dgm:t>
    </dgm:pt>
    <dgm:pt modelId="{92067ED1-6432-4CE0-91A2-BB0AB4AEDACF}" type="pres">
      <dgm:prSet presAssocID="{871207E5-AC64-4A0D-8332-E5BFA14DDECE}" presName="connectorText" presStyleLbl="sibTrans2D1" presStyleIdx="1" presStyleCnt="3"/>
      <dgm:spPr/>
      <dgm:t>
        <a:bodyPr/>
        <a:lstStyle/>
        <a:p>
          <a:endParaRPr lang="pt-PT"/>
        </a:p>
      </dgm:t>
    </dgm:pt>
    <dgm:pt modelId="{79F0D182-A698-45EB-AC3F-A03401F8567B}" type="pres">
      <dgm:prSet presAssocID="{9AF12732-972C-4B79-9C21-9F66FBBDCDC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  <dgm:pt modelId="{D7A04161-FE0E-4577-BD84-2E7BEB0B6090}" type="pres">
      <dgm:prSet presAssocID="{E4623B96-F98B-4B36-834D-62F7255E3CF9}" presName="sibTrans" presStyleLbl="sibTrans2D1" presStyleIdx="2" presStyleCnt="3"/>
      <dgm:spPr/>
      <dgm:t>
        <a:bodyPr/>
        <a:lstStyle/>
        <a:p>
          <a:endParaRPr lang="pt-PT"/>
        </a:p>
      </dgm:t>
    </dgm:pt>
    <dgm:pt modelId="{28B704B2-E272-46C9-B2B6-44B590EECB01}" type="pres">
      <dgm:prSet presAssocID="{E4623B96-F98B-4B36-834D-62F7255E3CF9}" presName="connectorText" presStyleLbl="sibTrans2D1" presStyleIdx="2" presStyleCnt="3"/>
      <dgm:spPr/>
      <dgm:t>
        <a:bodyPr/>
        <a:lstStyle/>
        <a:p>
          <a:endParaRPr lang="pt-PT"/>
        </a:p>
      </dgm:t>
    </dgm:pt>
    <dgm:pt modelId="{187CE6AB-8951-496E-A4D1-75BBCF8C72D9}" type="pres">
      <dgm:prSet presAssocID="{C89E0CA9-6635-4377-BF89-A6C1FA9DD6C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433F4E2B-AEDF-4C7C-AFEF-8DC34793DA79}" type="presOf" srcId="{EB79DE92-C04D-468B-850F-EDD255C18778}" destId="{79F0D182-A698-45EB-AC3F-A03401F8567B}" srcOrd="0" destOrd="2" presId="urn:microsoft.com/office/officeart/2005/8/layout/process1"/>
    <dgm:cxn modelId="{31D78BF9-8D54-4F48-8461-C778686B45C2}" srcId="{0505C721-A33D-4A88-8F49-7DFD2A6FC833}" destId="{2467D8EA-3483-4DE0-8ADB-12837588BE5E}" srcOrd="3" destOrd="0" parTransId="{E314C529-F618-4C6B-B908-A3609DEE61D9}" sibTransId="{E81DD8F1-9101-452F-87AB-9373A52B7BF3}"/>
    <dgm:cxn modelId="{A8DAF3B3-4DD5-4811-AA3F-DA0E0121DC56}" type="presOf" srcId="{AD8B613A-27D3-4FE2-AB38-25D55953FC53}" destId="{29EF8F71-123C-44A8-9D04-AF2059F1D690}" srcOrd="0" destOrd="2" presId="urn:microsoft.com/office/officeart/2005/8/layout/process1"/>
    <dgm:cxn modelId="{7FE67703-97B9-441E-9CA2-2829C918D0DE}" type="presOf" srcId="{9D890B0D-AB45-42A9-BC1C-3D3ECF6D919F}" destId="{29EF8F71-123C-44A8-9D04-AF2059F1D690}" srcOrd="0" destOrd="1" presId="urn:microsoft.com/office/officeart/2005/8/layout/process1"/>
    <dgm:cxn modelId="{683E4B99-5F46-4B9D-BEF4-12754F8D910B}" type="presOf" srcId="{22290D7B-C2D9-484E-BC64-23E15516EE5A}" destId="{187CE6AB-8951-496E-A4D1-75BBCF8C72D9}" srcOrd="0" destOrd="1" presId="urn:microsoft.com/office/officeart/2005/8/layout/process1"/>
    <dgm:cxn modelId="{1BC3AE78-72CC-41E6-9BCE-BF63818D8800}" type="presOf" srcId="{E4623B96-F98B-4B36-834D-62F7255E3CF9}" destId="{D7A04161-FE0E-4577-BD84-2E7BEB0B6090}" srcOrd="0" destOrd="0" presId="urn:microsoft.com/office/officeart/2005/8/layout/process1"/>
    <dgm:cxn modelId="{05F52735-E3D8-4EDA-B7D1-10844EACBFB9}" type="presOf" srcId="{871207E5-AC64-4A0D-8332-E5BFA14DDECE}" destId="{9832F5EB-9B41-483B-8464-556BBAC87E39}" srcOrd="0" destOrd="0" presId="urn:microsoft.com/office/officeart/2005/8/layout/process1"/>
    <dgm:cxn modelId="{F22FB946-D5BB-460A-9DA1-8750C38E8A51}" srcId="{0505C721-A33D-4A88-8F49-7DFD2A6FC833}" destId="{680F6538-D413-444B-8F42-3A8E0B213EE3}" srcOrd="0" destOrd="0" parTransId="{05F5DB72-53E5-4E52-93E6-B9D59AC65126}" sibTransId="{57FC2481-FCE0-48E4-9CE5-C6119B17A1DC}"/>
    <dgm:cxn modelId="{45359F39-6D10-4E73-871E-09C18DB96B86}" srcId="{F6F0056C-ADAD-41C5-A241-DD5760FFA0EC}" destId="{5B2DA740-0A36-44CE-B5FE-9517EBEED2FD}" srcOrd="2" destOrd="0" parTransId="{A4BDD2AE-D209-4434-B3E8-723C41504D6B}" sibTransId="{17CB37EF-016B-4124-B9F7-F8355B3DE1C3}"/>
    <dgm:cxn modelId="{AD7E1FDD-FD3B-4036-B236-C085EA71ECBE}" type="presOf" srcId="{31DB6E98-360B-43E5-9354-4723AFBE3BDE}" destId="{187CE6AB-8951-496E-A4D1-75BBCF8C72D9}" srcOrd="0" destOrd="3" presId="urn:microsoft.com/office/officeart/2005/8/layout/process1"/>
    <dgm:cxn modelId="{71B45363-62AC-4DC8-913D-60285B693271}" type="presOf" srcId="{3844A30F-7BA0-4F36-8E56-7925D0B88974}" destId="{79F0D182-A698-45EB-AC3F-A03401F8567B}" srcOrd="0" destOrd="3" presId="urn:microsoft.com/office/officeart/2005/8/layout/process1"/>
    <dgm:cxn modelId="{685E3F34-F8E8-426D-B0B6-47C8E2F58C1A}" srcId="{F6F0056C-ADAD-41C5-A241-DD5760FFA0EC}" destId="{AD8B613A-27D3-4FE2-AB38-25D55953FC53}" srcOrd="1" destOrd="0" parTransId="{F12E33B8-BB09-4019-AF7D-94D00F2B2B9A}" sibTransId="{5EAA42D1-52F5-4D34-B61B-7237C67627D0}"/>
    <dgm:cxn modelId="{6075B1B5-3601-4307-B939-EC9B762CDFAF}" srcId="{03D9AED3-4651-4F14-8EF9-B7C34918A5E1}" destId="{0505C721-A33D-4A88-8F49-7DFD2A6FC833}" srcOrd="0" destOrd="0" parTransId="{EE1CC6EC-3F87-4887-BA0F-DAE877B60753}" sibTransId="{78239F64-0723-4C72-9126-99966CCB4439}"/>
    <dgm:cxn modelId="{D59CCC07-4C36-4A45-830A-9C125CF58971}" srcId="{0505C721-A33D-4A88-8F49-7DFD2A6FC833}" destId="{D56B8BFB-3EE1-4BCC-BCB4-055A8FB68E6B}" srcOrd="1" destOrd="0" parTransId="{950BB836-02A6-4A24-94EC-4A09B4E9B0EF}" sibTransId="{EF9D5C94-3F44-4E58-A91C-6405D6763F1C}"/>
    <dgm:cxn modelId="{DBC1101B-9D4A-4764-B91D-A5A3D36732D4}" type="presOf" srcId="{5B2DA740-0A36-44CE-B5FE-9517EBEED2FD}" destId="{29EF8F71-123C-44A8-9D04-AF2059F1D690}" srcOrd="0" destOrd="3" presId="urn:microsoft.com/office/officeart/2005/8/layout/process1"/>
    <dgm:cxn modelId="{A9B5C031-1C54-4D9A-814C-2251BCDD1573}" type="presOf" srcId="{741100FD-A12D-41FD-91B6-6B1E1E214AD7}" destId="{187CE6AB-8951-496E-A4D1-75BBCF8C72D9}" srcOrd="0" destOrd="4" presId="urn:microsoft.com/office/officeart/2005/8/layout/process1"/>
    <dgm:cxn modelId="{F549D5E2-63A8-41B8-9B04-3667435EAA75}" type="presOf" srcId="{9963CB49-55F9-4A45-A3C1-CEF062B5381E}" destId="{29EF8F71-123C-44A8-9D04-AF2059F1D690}" srcOrd="0" destOrd="4" presId="urn:microsoft.com/office/officeart/2005/8/layout/process1"/>
    <dgm:cxn modelId="{14C38FAC-644C-49BB-B10E-5DC6DE1B668A}" type="presOf" srcId="{F6F0056C-ADAD-41C5-A241-DD5760FFA0EC}" destId="{29EF8F71-123C-44A8-9D04-AF2059F1D690}" srcOrd="0" destOrd="0" presId="urn:microsoft.com/office/officeart/2005/8/layout/process1"/>
    <dgm:cxn modelId="{2C246572-1EB6-4F54-B9E7-57E5EC965EDB}" type="presOf" srcId="{78239F64-0723-4C72-9126-99966CCB4439}" destId="{B3DDB43E-652F-493F-836C-DADDC384B1FA}" srcOrd="0" destOrd="0" presId="urn:microsoft.com/office/officeart/2005/8/layout/process1"/>
    <dgm:cxn modelId="{2E57BF94-AE35-45E7-A17B-B494A6FE637D}" type="presOf" srcId="{94D60607-CF3B-48B1-A0CD-428EC3CD0B64}" destId="{79F0D182-A698-45EB-AC3F-A03401F8567B}" srcOrd="0" destOrd="4" presId="urn:microsoft.com/office/officeart/2005/8/layout/process1"/>
    <dgm:cxn modelId="{4752DD8F-88D0-462B-A543-1673B640CB2C}" type="presOf" srcId="{DFEA7C3A-7917-4CF7-AF85-5FD27FA28B69}" destId="{187CE6AB-8951-496E-A4D1-75BBCF8C72D9}" srcOrd="0" destOrd="5" presId="urn:microsoft.com/office/officeart/2005/8/layout/process1"/>
    <dgm:cxn modelId="{DB942DA7-DDF2-4D72-9974-A0F33F914EF0}" srcId="{F6F0056C-ADAD-41C5-A241-DD5760FFA0EC}" destId="{9D890B0D-AB45-42A9-BC1C-3D3ECF6D919F}" srcOrd="0" destOrd="0" parTransId="{E94A1ADA-77C4-4280-8006-E87FC07BC181}" sibTransId="{75FA064C-8C26-4DD1-BFFB-E97108197754}"/>
    <dgm:cxn modelId="{6A7B804C-88A6-440B-BA6D-9234B3C30A0B}" srcId="{0505C721-A33D-4A88-8F49-7DFD2A6FC833}" destId="{EB4BF36B-EA5D-40D8-BC23-0D22F2F59EA5}" srcOrd="4" destOrd="0" parTransId="{8F45B715-FB60-4F47-80E1-9E030340FF21}" sibTransId="{C2E38133-9A1E-463A-871A-409C67383CDC}"/>
    <dgm:cxn modelId="{935C62FE-EF3F-4F03-9416-EFD52E312DE4}" srcId="{C89E0CA9-6635-4377-BF89-A6C1FA9DD6C3}" destId="{22290D7B-C2D9-484E-BC64-23E15516EE5A}" srcOrd="0" destOrd="0" parTransId="{3B3EFB96-3E47-4CCE-B157-AD45D752B7E6}" sibTransId="{AD4420AD-0021-4DB9-85AA-8798AF5E92B0}"/>
    <dgm:cxn modelId="{0D434630-8E07-47A3-8AD1-35BA9C3CC7CF}" srcId="{9AF12732-972C-4B79-9C21-9F66FBBDCDC3}" destId="{94D60607-CF3B-48B1-A0CD-428EC3CD0B64}" srcOrd="3" destOrd="0" parTransId="{64AAF81C-AC87-4450-974F-CEB13C821D45}" sibTransId="{EBF6DF87-8116-4C36-860E-8171B52FE6D6}"/>
    <dgm:cxn modelId="{E4239C40-4E3C-40BC-B30A-6600055E84F4}" type="presOf" srcId="{EB4BF36B-EA5D-40D8-BC23-0D22F2F59EA5}" destId="{4718843B-05E1-41B7-8703-BB13E8481F97}" srcOrd="0" destOrd="5" presId="urn:microsoft.com/office/officeart/2005/8/layout/process1"/>
    <dgm:cxn modelId="{0EF5025B-DC14-448C-B66E-797879DE5F72}" srcId="{F6F0056C-ADAD-41C5-A241-DD5760FFA0EC}" destId="{9963CB49-55F9-4A45-A3C1-CEF062B5381E}" srcOrd="3" destOrd="0" parTransId="{CEDA9516-1E6C-4E58-8364-9893862CE95E}" sibTransId="{78A23E06-40EA-4E47-B466-50564219C24E}"/>
    <dgm:cxn modelId="{E3A139EF-BEDC-40CB-A896-DA6E374D1D32}" srcId="{C89E0CA9-6635-4377-BF89-A6C1FA9DD6C3}" destId="{0C76924F-C25A-4C63-AD98-7C3F8DB0773F}" srcOrd="1" destOrd="0" parTransId="{4C9495F9-3085-4617-93AF-72D1DA4C8651}" sibTransId="{74B476C1-B365-4662-93E6-81153D572F37}"/>
    <dgm:cxn modelId="{8A0107D2-781B-4D59-81AC-D98CCF567503}" srcId="{03D9AED3-4651-4F14-8EF9-B7C34918A5E1}" destId="{9AF12732-972C-4B79-9C21-9F66FBBDCDC3}" srcOrd="2" destOrd="0" parTransId="{F0658D44-AD95-4AA4-A1C6-BC53D5C8C232}" sibTransId="{E4623B96-F98B-4B36-834D-62F7255E3CF9}"/>
    <dgm:cxn modelId="{25C1670F-7861-43F0-83FD-968C9FECDD85}" type="presOf" srcId="{C89E0CA9-6635-4377-BF89-A6C1FA9DD6C3}" destId="{187CE6AB-8951-496E-A4D1-75BBCF8C72D9}" srcOrd="0" destOrd="0" presId="urn:microsoft.com/office/officeart/2005/8/layout/process1"/>
    <dgm:cxn modelId="{198A0BCC-77C2-45B9-9F18-123774E89D85}" srcId="{C89E0CA9-6635-4377-BF89-A6C1FA9DD6C3}" destId="{741100FD-A12D-41FD-91B6-6B1E1E214AD7}" srcOrd="3" destOrd="0" parTransId="{150E7B8C-C643-4F4E-8210-94320E8B2EEA}" sibTransId="{C74612D5-03C2-44A3-9485-1B37CC89FB00}"/>
    <dgm:cxn modelId="{F2346D5C-92AA-4A41-A2B0-6998EAEA261C}" type="presOf" srcId="{D56B8BFB-3EE1-4BCC-BCB4-055A8FB68E6B}" destId="{4718843B-05E1-41B7-8703-BB13E8481F97}" srcOrd="0" destOrd="2" presId="urn:microsoft.com/office/officeart/2005/8/layout/process1"/>
    <dgm:cxn modelId="{0CB84B60-8510-4067-8677-0B0FAD96E921}" srcId="{0505C721-A33D-4A88-8F49-7DFD2A6FC833}" destId="{31C49D06-0FDF-4A4F-873F-CA3F7C50372B}" srcOrd="2" destOrd="0" parTransId="{E921BFC3-336A-4CED-8B43-14174D78B9FB}" sibTransId="{550180D3-F8C9-487F-B42D-B1EA8DFC8105}"/>
    <dgm:cxn modelId="{3BFA8E9B-7F9B-4659-8885-D22351E70431}" type="presOf" srcId="{0B30A72C-F2A0-48AE-9263-9AA7536C4F6D}" destId="{79F0D182-A698-45EB-AC3F-A03401F8567B}" srcOrd="0" destOrd="1" presId="urn:microsoft.com/office/officeart/2005/8/layout/process1"/>
    <dgm:cxn modelId="{1AA244E6-BBC9-4EB6-B52C-B71F14757211}" srcId="{C89E0CA9-6635-4377-BF89-A6C1FA9DD6C3}" destId="{31DB6E98-360B-43E5-9354-4723AFBE3BDE}" srcOrd="2" destOrd="0" parTransId="{888D1C4C-9186-4556-A0F9-77DF5F0A67D7}" sibTransId="{BC2A44D1-97D4-4759-BDCE-BB715DE2DACE}"/>
    <dgm:cxn modelId="{44A0CB2F-4E8A-46EB-9D81-721CFCA32BF9}" srcId="{C89E0CA9-6635-4377-BF89-A6C1FA9DD6C3}" destId="{DFEA7C3A-7917-4CF7-AF85-5FD27FA28B69}" srcOrd="4" destOrd="0" parTransId="{6E7E7CDE-5057-438E-91B3-F427F795E04E}" sibTransId="{93808597-531D-41D8-9C60-708E07D8D5C5}"/>
    <dgm:cxn modelId="{9C4293AA-AAEC-4FFE-BDC6-0375226B3561}" type="presOf" srcId="{0C76924F-C25A-4C63-AD98-7C3F8DB0773F}" destId="{187CE6AB-8951-496E-A4D1-75BBCF8C72D9}" srcOrd="0" destOrd="2" presId="urn:microsoft.com/office/officeart/2005/8/layout/process1"/>
    <dgm:cxn modelId="{AE872269-5038-4AE3-8678-27A5B411623D}" type="presOf" srcId="{03D9AED3-4651-4F14-8EF9-B7C34918A5E1}" destId="{135B8821-4773-4DA5-B0FE-BB7E0082E41E}" srcOrd="0" destOrd="0" presId="urn:microsoft.com/office/officeart/2005/8/layout/process1"/>
    <dgm:cxn modelId="{5385E071-96CA-4D51-9F52-A95D75AEE781}" srcId="{9AF12732-972C-4B79-9C21-9F66FBBDCDC3}" destId="{0B30A72C-F2A0-48AE-9263-9AA7536C4F6D}" srcOrd="0" destOrd="0" parTransId="{271ECDE3-7523-49EF-A436-D7301F6D6E4D}" sibTransId="{21CFD445-4639-4595-BA8B-03FF999D7908}"/>
    <dgm:cxn modelId="{B6110B6D-C9A6-4E0F-8052-F41A230DB7E1}" type="presOf" srcId="{E4623B96-F98B-4B36-834D-62F7255E3CF9}" destId="{28B704B2-E272-46C9-B2B6-44B590EECB01}" srcOrd="1" destOrd="0" presId="urn:microsoft.com/office/officeart/2005/8/layout/process1"/>
    <dgm:cxn modelId="{5C29ABFD-76D2-4084-A710-5EF08B1B1299}" srcId="{03D9AED3-4651-4F14-8EF9-B7C34918A5E1}" destId="{C89E0CA9-6635-4377-BF89-A6C1FA9DD6C3}" srcOrd="3" destOrd="0" parTransId="{3EE06631-C2A4-42DE-BA4B-A270ADF17465}" sibTransId="{4B647E9F-DD55-44C4-ADBC-63E683648771}"/>
    <dgm:cxn modelId="{6C6DA2A8-C3E2-450D-96B3-36B33485A629}" type="presOf" srcId="{680F6538-D413-444B-8F42-3A8E0B213EE3}" destId="{4718843B-05E1-41B7-8703-BB13E8481F97}" srcOrd="0" destOrd="1" presId="urn:microsoft.com/office/officeart/2005/8/layout/process1"/>
    <dgm:cxn modelId="{05693DC3-E854-4328-AC83-0742A25C4CA9}" type="presOf" srcId="{9AF12732-972C-4B79-9C21-9F66FBBDCDC3}" destId="{79F0D182-A698-45EB-AC3F-A03401F8567B}" srcOrd="0" destOrd="0" presId="urn:microsoft.com/office/officeart/2005/8/layout/process1"/>
    <dgm:cxn modelId="{601A1C43-C0AA-42CB-8F40-3FA7355C7CBE}" type="presOf" srcId="{78239F64-0723-4C72-9126-99966CCB4439}" destId="{B089482F-2A1F-408C-9B37-36BD77E622E2}" srcOrd="1" destOrd="0" presId="urn:microsoft.com/office/officeart/2005/8/layout/process1"/>
    <dgm:cxn modelId="{030F19AC-945F-4EF0-8DD9-42FD0343543C}" type="presOf" srcId="{31C49D06-0FDF-4A4F-873F-CA3F7C50372B}" destId="{4718843B-05E1-41B7-8703-BB13E8481F97}" srcOrd="0" destOrd="3" presId="urn:microsoft.com/office/officeart/2005/8/layout/process1"/>
    <dgm:cxn modelId="{82E3A3CF-B0DD-41D4-99B6-DFF3B566889B}" type="presOf" srcId="{0505C721-A33D-4A88-8F49-7DFD2A6FC833}" destId="{4718843B-05E1-41B7-8703-BB13E8481F97}" srcOrd="0" destOrd="0" presId="urn:microsoft.com/office/officeart/2005/8/layout/process1"/>
    <dgm:cxn modelId="{52DCD7A8-BFE5-4382-84EC-3225F1EF3EE6}" srcId="{9AF12732-972C-4B79-9C21-9F66FBBDCDC3}" destId="{3844A30F-7BA0-4F36-8E56-7925D0B88974}" srcOrd="2" destOrd="0" parTransId="{260B9635-EAB3-4959-B27B-A393011B676B}" sibTransId="{4492DBAE-2809-45D1-AE4C-FC4B011A7625}"/>
    <dgm:cxn modelId="{8469FA75-03C9-4576-A0AA-D7D9FD601827}" type="presOf" srcId="{2467D8EA-3483-4DE0-8ADB-12837588BE5E}" destId="{4718843B-05E1-41B7-8703-BB13E8481F97}" srcOrd="0" destOrd="4" presId="urn:microsoft.com/office/officeart/2005/8/layout/process1"/>
    <dgm:cxn modelId="{03FA1CA1-9E52-40A8-8D89-C07CB560DC3F}" type="presOf" srcId="{871207E5-AC64-4A0D-8332-E5BFA14DDECE}" destId="{92067ED1-6432-4CE0-91A2-BB0AB4AEDACF}" srcOrd="1" destOrd="0" presId="urn:microsoft.com/office/officeart/2005/8/layout/process1"/>
    <dgm:cxn modelId="{B13B14BB-0A54-4666-85C9-24F2D12D41F4}" srcId="{9AF12732-972C-4B79-9C21-9F66FBBDCDC3}" destId="{EB79DE92-C04D-468B-850F-EDD255C18778}" srcOrd="1" destOrd="0" parTransId="{3E457691-E034-43BE-A300-0B9346CD29FE}" sibTransId="{DF2C4169-EA00-4CFC-A9CF-C4FD08CCCE24}"/>
    <dgm:cxn modelId="{1D97E33F-A373-4A17-9847-F54076CEF279}" srcId="{03D9AED3-4651-4F14-8EF9-B7C34918A5E1}" destId="{F6F0056C-ADAD-41C5-A241-DD5760FFA0EC}" srcOrd="1" destOrd="0" parTransId="{849958B8-8429-444F-9286-7862DC512ADF}" sibTransId="{871207E5-AC64-4A0D-8332-E5BFA14DDECE}"/>
    <dgm:cxn modelId="{AEE6239A-C01C-4DAA-BBC6-7625236B6AF7}" type="presParOf" srcId="{135B8821-4773-4DA5-B0FE-BB7E0082E41E}" destId="{4718843B-05E1-41B7-8703-BB13E8481F97}" srcOrd="0" destOrd="0" presId="urn:microsoft.com/office/officeart/2005/8/layout/process1"/>
    <dgm:cxn modelId="{8AA2B213-F27E-4F1E-85A5-DF174C6D35EB}" type="presParOf" srcId="{135B8821-4773-4DA5-B0FE-BB7E0082E41E}" destId="{B3DDB43E-652F-493F-836C-DADDC384B1FA}" srcOrd="1" destOrd="0" presId="urn:microsoft.com/office/officeart/2005/8/layout/process1"/>
    <dgm:cxn modelId="{37E930D4-647E-4F24-B832-D55E86A7FF50}" type="presParOf" srcId="{B3DDB43E-652F-493F-836C-DADDC384B1FA}" destId="{B089482F-2A1F-408C-9B37-36BD77E622E2}" srcOrd="0" destOrd="0" presId="urn:microsoft.com/office/officeart/2005/8/layout/process1"/>
    <dgm:cxn modelId="{ED68DB4B-A2A6-4092-9130-187016856549}" type="presParOf" srcId="{135B8821-4773-4DA5-B0FE-BB7E0082E41E}" destId="{29EF8F71-123C-44A8-9D04-AF2059F1D690}" srcOrd="2" destOrd="0" presId="urn:microsoft.com/office/officeart/2005/8/layout/process1"/>
    <dgm:cxn modelId="{5F216423-86E8-431B-B929-D9629F91955A}" type="presParOf" srcId="{135B8821-4773-4DA5-B0FE-BB7E0082E41E}" destId="{9832F5EB-9B41-483B-8464-556BBAC87E39}" srcOrd="3" destOrd="0" presId="urn:microsoft.com/office/officeart/2005/8/layout/process1"/>
    <dgm:cxn modelId="{41EA662F-9E4F-4E29-8BE3-8D23FCD9A4EC}" type="presParOf" srcId="{9832F5EB-9B41-483B-8464-556BBAC87E39}" destId="{92067ED1-6432-4CE0-91A2-BB0AB4AEDACF}" srcOrd="0" destOrd="0" presId="urn:microsoft.com/office/officeart/2005/8/layout/process1"/>
    <dgm:cxn modelId="{4E739C93-B5B8-4F41-8976-161C770989E0}" type="presParOf" srcId="{135B8821-4773-4DA5-B0FE-BB7E0082E41E}" destId="{79F0D182-A698-45EB-AC3F-A03401F8567B}" srcOrd="4" destOrd="0" presId="urn:microsoft.com/office/officeart/2005/8/layout/process1"/>
    <dgm:cxn modelId="{0C636DB1-40AD-451C-BC2B-E63C515B5235}" type="presParOf" srcId="{135B8821-4773-4DA5-B0FE-BB7E0082E41E}" destId="{D7A04161-FE0E-4577-BD84-2E7BEB0B6090}" srcOrd="5" destOrd="0" presId="urn:microsoft.com/office/officeart/2005/8/layout/process1"/>
    <dgm:cxn modelId="{1617FE45-E728-4B48-A59A-F7C653E898FD}" type="presParOf" srcId="{D7A04161-FE0E-4577-BD84-2E7BEB0B6090}" destId="{28B704B2-E272-46C9-B2B6-44B590EECB01}" srcOrd="0" destOrd="0" presId="urn:microsoft.com/office/officeart/2005/8/layout/process1"/>
    <dgm:cxn modelId="{E8CCE2DF-41EF-414C-B7B8-773153C65D50}" type="presParOf" srcId="{135B8821-4773-4DA5-B0FE-BB7E0082E41E}" destId="{187CE6AB-8951-496E-A4D1-75BBCF8C72D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76AEF9F-7176-4AE1-9112-B73D9C59FBE7}">
      <dsp:nvSpPr>
        <dsp:cNvPr id="0" name=""/>
        <dsp:cNvSpPr/>
      </dsp:nvSpPr>
      <dsp:spPr>
        <a:xfrm>
          <a:off x="3933" y="554487"/>
          <a:ext cx="3074322" cy="20192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Apresentação dos serviços;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Captação de potenciais clientes – via formulário;</a:t>
          </a:r>
          <a:endParaRPr lang="pt-PT" sz="1600" kern="1200" dirty="0"/>
        </a:p>
      </dsp:txBody>
      <dsp:txXfrm>
        <a:off x="3933" y="554487"/>
        <a:ext cx="3074322" cy="1586542"/>
      </dsp:txXfrm>
    </dsp:sp>
    <dsp:sp modelId="{87D52BB4-5DE6-45ED-ADE9-C59985BDD26E}">
      <dsp:nvSpPr>
        <dsp:cNvPr id="0" name=""/>
        <dsp:cNvSpPr/>
      </dsp:nvSpPr>
      <dsp:spPr>
        <a:xfrm>
          <a:off x="2001735" y="393366"/>
          <a:ext cx="3038911" cy="3038911"/>
        </a:xfrm>
        <a:prstGeom prst="leftCircularArrow">
          <a:avLst>
            <a:gd name="adj1" fmla="val 3619"/>
            <a:gd name="adj2" fmla="val 450358"/>
            <a:gd name="adj3" fmla="val 1663459"/>
            <a:gd name="adj4" fmla="val 8462080"/>
            <a:gd name="adj5" fmla="val 4223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364DD-11E8-44C5-99D8-2B16EEB5810C}">
      <dsp:nvSpPr>
        <dsp:cNvPr id="0" name=""/>
        <dsp:cNvSpPr/>
      </dsp:nvSpPr>
      <dsp:spPr>
        <a:xfrm>
          <a:off x="1594916" y="2101521"/>
          <a:ext cx="1675004" cy="691880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600" b="1" kern="1200" dirty="0" smtClean="0"/>
            <a:t>Portal Web “BLU”</a:t>
          </a:r>
          <a:endParaRPr lang="pt-PT" sz="1600" b="1" kern="1200" dirty="0"/>
        </a:p>
      </dsp:txBody>
      <dsp:txXfrm>
        <a:off x="1594916" y="2101521"/>
        <a:ext cx="1675004" cy="691880"/>
      </dsp:txXfrm>
    </dsp:sp>
    <dsp:sp modelId="{8436BFA5-7E6E-4AE1-A074-A1961A3A6DFE}">
      <dsp:nvSpPr>
        <dsp:cNvPr id="0" name=""/>
        <dsp:cNvSpPr/>
      </dsp:nvSpPr>
      <dsp:spPr>
        <a:xfrm>
          <a:off x="3602010" y="554487"/>
          <a:ext cx="3074322" cy="20192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Esclarecementos via Email / WhatsUp / Teams;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Curadoria da proposta;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Envio da proposta ao potencial cliente;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PT" sz="1600" kern="1200" dirty="0"/>
        </a:p>
      </dsp:txBody>
      <dsp:txXfrm>
        <a:off x="3602010" y="987181"/>
        <a:ext cx="3074322" cy="1586542"/>
      </dsp:txXfrm>
    </dsp:sp>
    <dsp:sp modelId="{4E789A20-8184-4965-A506-5FD388B0BBE0}">
      <dsp:nvSpPr>
        <dsp:cNvPr id="0" name=""/>
        <dsp:cNvSpPr/>
      </dsp:nvSpPr>
      <dsp:spPr>
        <a:xfrm>
          <a:off x="5583249" y="-357773"/>
          <a:ext cx="3218802" cy="3218802"/>
        </a:xfrm>
        <a:prstGeom prst="circularArrow">
          <a:avLst>
            <a:gd name="adj1" fmla="val 3417"/>
            <a:gd name="adj2" fmla="val 423141"/>
            <a:gd name="adj3" fmla="val 19951078"/>
            <a:gd name="adj4" fmla="val 13125240"/>
            <a:gd name="adj5" fmla="val 3987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843CD-457B-41C1-97D4-CF77F7340ECE}">
      <dsp:nvSpPr>
        <dsp:cNvPr id="0" name=""/>
        <dsp:cNvSpPr/>
      </dsp:nvSpPr>
      <dsp:spPr>
        <a:xfrm>
          <a:off x="5192993" y="318766"/>
          <a:ext cx="1675004" cy="691880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600" b="1" kern="1200" dirty="0" smtClean="0"/>
            <a:t>BackOffice – Tratamento dos pedidos</a:t>
          </a:r>
          <a:endParaRPr lang="pt-PT" sz="1600" b="1" kern="1200" dirty="0"/>
        </a:p>
      </dsp:txBody>
      <dsp:txXfrm>
        <a:off x="5192993" y="318766"/>
        <a:ext cx="1675004" cy="691880"/>
      </dsp:txXfrm>
    </dsp:sp>
    <dsp:sp modelId="{6C215440-918D-42D4-BB80-371E4B502F3C}">
      <dsp:nvSpPr>
        <dsp:cNvPr id="0" name=""/>
        <dsp:cNvSpPr/>
      </dsp:nvSpPr>
      <dsp:spPr>
        <a:xfrm>
          <a:off x="7200086" y="554487"/>
          <a:ext cx="3074322" cy="20192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Contratação com o cliente;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Tratar da logistica da viagem (bilhetes, guias, transfers, …);</a:t>
          </a:r>
          <a:endParaRPr lang="pt-PT" sz="1600" kern="1200" dirty="0"/>
        </a:p>
      </dsp:txBody>
      <dsp:txXfrm>
        <a:off x="7200086" y="554487"/>
        <a:ext cx="3074322" cy="1586542"/>
      </dsp:txXfrm>
    </dsp:sp>
    <dsp:sp modelId="{21AD3C5D-7DCD-4614-9B4B-275C38181740}">
      <dsp:nvSpPr>
        <dsp:cNvPr id="0" name=""/>
        <dsp:cNvSpPr/>
      </dsp:nvSpPr>
      <dsp:spPr>
        <a:xfrm>
          <a:off x="9197888" y="393366"/>
          <a:ext cx="3038911" cy="3038911"/>
        </a:xfrm>
        <a:prstGeom prst="leftCircularArrow">
          <a:avLst>
            <a:gd name="adj1" fmla="val 3619"/>
            <a:gd name="adj2" fmla="val 450358"/>
            <a:gd name="adj3" fmla="val 1663459"/>
            <a:gd name="adj4" fmla="val 8462080"/>
            <a:gd name="adj5" fmla="val 4223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7C703-7A1D-4B32-A28F-2E1E15D33BAF}">
      <dsp:nvSpPr>
        <dsp:cNvPr id="0" name=""/>
        <dsp:cNvSpPr/>
      </dsp:nvSpPr>
      <dsp:spPr>
        <a:xfrm>
          <a:off x="8791069" y="2101521"/>
          <a:ext cx="1675004" cy="691880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600" b="1" kern="1200" dirty="0" smtClean="0"/>
            <a:t>BackOffice – Operacionalização da proposta aceite</a:t>
          </a:r>
          <a:endParaRPr lang="pt-PT" sz="1600" b="1" kern="1200" dirty="0"/>
        </a:p>
      </dsp:txBody>
      <dsp:txXfrm>
        <a:off x="8791069" y="2101521"/>
        <a:ext cx="1675004" cy="691880"/>
      </dsp:txXfrm>
    </dsp:sp>
    <dsp:sp modelId="{27A73166-6F84-451D-A077-673E4F12DF53}">
      <dsp:nvSpPr>
        <dsp:cNvPr id="0" name=""/>
        <dsp:cNvSpPr/>
      </dsp:nvSpPr>
      <dsp:spPr>
        <a:xfrm>
          <a:off x="10798163" y="554487"/>
          <a:ext cx="3074322" cy="20192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Acompanhamento;</a:t>
          </a:r>
          <a:endParaRPr lang="pt-P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600" kern="1200" dirty="0" smtClean="0"/>
            <a:t>Finalização; </a:t>
          </a:r>
          <a:endParaRPr lang="pt-PT" sz="1600" kern="1200" dirty="0"/>
        </a:p>
      </dsp:txBody>
      <dsp:txXfrm>
        <a:off x="10798163" y="987181"/>
        <a:ext cx="3074322" cy="1586542"/>
      </dsp:txXfrm>
    </dsp:sp>
    <dsp:sp modelId="{6A747253-A3E9-4DA1-9A09-800ECC5113DC}">
      <dsp:nvSpPr>
        <dsp:cNvPr id="0" name=""/>
        <dsp:cNvSpPr/>
      </dsp:nvSpPr>
      <dsp:spPr>
        <a:xfrm>
          <a:off x="12201415" y="318766"/>
          <a:ext cx="1675004" cy="691880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600" b="1" kern="1200" dirty="0" smtClean="0"/>
            <a:t>Realização da Viagem</a:t>
          </a:r>
          <a:endParaRPr lang="pt-PT" sz="1600" b="1" kern="1200" dirty="0"/>
        </a:p>
      </dsp:txBody>
      <dsp:txXfrm>
        <a:off x="12201415" y="318766"/>
        <a:ext cx="1675004" cy="6918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718843B-05E1-41B7-8703-BB13E8481F97}">
      <dsp:nvSpPr>
        <dsp:cNvPr id="0" name=""/>
        <dsp:cNvSpPr/>
      </dsp:nvSpPr>
      <dsp:spPr>
        <a:xfrm>
          <a:off x="7007" y="589595"/>
          <a:ext cx="3063882" cy="1838329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900" b="1" kern="1200"/>
            <a:t>Desenvolvimento</a:t>
          </a:r>
          <a:endParaRPr lang="pt-PT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 err="1"/>
            <a:t>Python</a:t>
          </a:r>
          <a:r>
            <a:rPr lang="pt-PT" sz="1500" kern="1200"/>
            <a:t> 3.12+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uv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pyproject.toml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Task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 err="1"/>
            <a:t>Bash</a:t>
          </a:r>
          <a:r>
            <a:rPr lang="pt-PT" sz="1500" kern="1200"/>
            <a:t> </a:t>
          </a:r>
        </a:p>
      </dsp:txBody>
      <dsp:txXfrm>
        <a:off x="7007" y="589595"/>
        <a:ext cx="3063882" cy="1838329"/>
      </dsp:txXfrm>
    </dsp:sp>
    <dsp:sp modelId="{B3DDB43E-652F-493F-836C-DADDC384B1FA}">
      <dsp:nvSpPr>
        <dsp:cNvPr id="0" name=""/>
        <dsp:cNvSpPr/>
      </dsp:nvSpPr>
      <dsp:spPr>
        <a:xfrm>
          <a:off x="3377278" y="1128838"/>
          <a:ext cx="649543" cy="7598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sz="1600" kern="1200"/>
        </a:p>
      </dsp:txBody>
      <dsp:txXfrm>
        <a:off x="3377278" y="1128838"/>
        <a:ext cx="649543" cy="759842"/>
      </dsp:txXfrm>
    </dsp:sp>
    <dsp:sp modelId="{29EF8F71-123C-44A8-9D04-AF2059F1D690}">
      <dsp:nvSpPr>
        <dsp:cNvPr id="0" name=""/>
        <dsp:cNvSpPr/>
      </dsp:nvSpPr>
      <dsp:spPr>
        <a:xfrm>
          <a:off x="4296443" y="589595"/>
          <a:ext cx="3063882" cy="1838329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900" b="1" i="1" kern="1200" dirty="0" err="1"/>
            <a:t>Machine</a:t>
          </a:r>
          <a:r>
            <a:rPr lang="pt-PT" sz="1900" b="1" i="1" kern="1200" dirty="0"/>
            <a:t> </a:t>
          </a:r>
          <a:r>
            <a:rPr lang="pt-PT" sz="1900" b="1" i="1" kern="1200" dirty="0" err="1"/>
            <a:t>Learning</a:t>
          </a:r>
          <a:endParaRPr lang="pt-PT" sz="1900" i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 dirty="0" err="1"/>
            <a:t>XGBoost</a:t>
          </a:r>
          <a:r>
            <a:rPr lang="pt-PT" sz="1500" kern="1200" dirty="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Scikit-Learn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Pandas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NumPy </a:t>
          </a:r>
        </a:p>
      </dsp:txBody>
      <dsp:txXfrm>
        <a:off x="4296443" y="589595"/>
        <a:ext cx="3063882" cy="1838329"/>
      </dsp:txXfrm>
    </dsp:sp>
    <dsp:sp modelId="{9832F5EB-9B41-483B-8464-556BBAC87E39}">
      <dsp:nvSpPr>
        <dsp:cNvPr id="0" name=""/>
        <dsp:cNvSpPr/>
      </dsp:nvSpPr>
      <dsp:spPr>
        <a:xfrm>
          <a:off x="7666714" y="1128838"/>
          <a:ext cx="649543" cy="7598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1600" kern="1200"/>
        </a:p>
      </dsp:txBody>
      <dsp:txXfrm>
        <a:off x="7666714" y="1128838"/>
        <a:ext cx="649543" cy="759842"/>
      </dsp:txXfrm>
    </dsp:sp>
    <dsp:sp modelId="{79F0D182-A698-45EB-AC3F-A03401F8567B}">
      <dsp:nvSpPr>
        <dsp:cNvPr id="0" name=""/>
        <dsp:cNvSpPr/>
      </dsp:nvSpPr>
      <dsp:spPr>
        <a:xfrm>
          <a:off x="8585879" y="589595"/>
          <a:ext cx="3063882" cy="183832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900" b="1" i="1" kern="1200" dirty="0"/>
            <a:t>AWS / </a:t>
          </a:r>
          <a:r>
            <a:rPr lang="pt-PT" sz="1900" b="1" i="1" kern="1200" dirty="0" err="1"/>
            <a:t>Cloud</a:t>
          </a:r>
          <a:endParaRPr lang="pt-PT" sz="1900" i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 dirty="0"/>
            <a:t>Amazon </a:t>
          </a:r>
          <a:r>
            <a:rPr lang="pt-PT" sz="1500" kern="1200" dirty="0" err="1"/>
            <a:t>SageMaker</a:t>
          </a:r>
          <a:r>
            <a:rPr lang="pt-PT" sz="1500" kern="1200" dirty="0"/>
            <a:t> AI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Amazon S3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Amazon ECR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IAM </a:t>
          </a:r>
        </a:p>
      </dsp:txBody>
      <dsp:txXfrm>
        <a:off x="8585879" y="589595"/>
        <a:ext cx="3063882" cy="1838329"/>
      </dsp:txXfrm>
    </dsp:sp>
    <dsp:sp modelId="{D7A04161-FE0E-4577-BD84-2E7BEB0B6090}">
      <dsp:nvSpPr>
        <dsp:cNvPr id="0" name=""/>
        <dsp:cNvSpPr/>
      </dsp:nvSpPr>
      <dsp:spPr>
        <a:xfrm>
          <a:off x="11956149" y="1128838"/>
          <a:ext cx="649543" cy="7598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1600" kern="1200"/>
        </a:p>
      </dsp:txBody>
      <dsp:txXfrm>
        <a:off x="11956149" y="1128838"/>
        <a:ext cx="649543" cy="759842"/>
      </dsp:txXfrm>
    </dsp:sp>
    <dsp:sp modelId="{187CE6AB-8951-496E-A4D1-75BBCF8C72D9}">
      <dsp:nvSpPr>
        <dsp:cNvPr id="0" name=""/>
        <dsp:cNvSpPr/>
      </dsp:nvSpPr>
      <dsp:spPr>
        <a:xfrm>
          <a:off x="12875314" y="589595"/>
          <a:ext cx="3063882" cy="1838329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900" b="1" i="1" kern="1200" dirty="0" err="1"/>
            <a:t>MLOps</a:t>
          </a:r>
          <a:endParaRPr lang="pt-PT" sz="1900" i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MLflow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SageMaker Model Registry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SageMaker Model Monitor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SageMaker Batch Transform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500" kern="1200"/>
            <a:t>Evidently</a:t>
          </a:r>
        </a:p>
      </dsp:txBody>
      <dsp:txXfrm>
        <a:off x="12875314" y="589595"/>
        <a:ext cx="3063882" cy="1838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89374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89374"/>
          </a:xfrm>
          <a:prstGeom prst="rect">
            <a:avLst/>
          </a:prstGeom>
        </p:spPr>
        <p:txBody>
          <a:bodyPr vert="horz" lIns="91010" tIns="45505" rIns="91010" bIns="45505" rtlCol="0"/>
          <a:lstStyle>
            <a:lvl1pPr algn="r">
              <a:defRPr sz="1200"/>
            </a:lvl1pPr>
          </a:lstStyle>
          <a:p>
            <a:fld id="{84A05D80-9E03-4C02-A783-EF28D8EBF3DA}" type="datetimeFigureOut">
              <a:rPr lang="pt-PT" smtClean="0"/>
              <a:pPr/>
              <a:t>18-10-2026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19200"/>
            <a:ext cx="5853112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0" tIns="45505" rIns="91010" bIns="45505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</p:spPr>
        <p:txBody>
          <a:bodyPr vert="horz" lIns="91010" tIns="45505" rIns="91010" bIns="4550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64227"/>
            <a:ext cx="2889938" cy="489373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264227"/>
            <a:ext cx="2889938" cy="489373"/>
          </a:xfrm>
          <a:prstGeom prst="rect">
            <a:avLst/>
          </a:prstGeom>
        </p:spPr>
        <p:txBody>
          <a:bodyPr vert="horz" lIns="91010" tIns="45505" rIns="91010" bIns="45505" rtlCol="0" anchor="b"/>
          <a:lstStyle>
            <a:lvl1pPr algn="r">
              <a:defRPr sz="1200"/>
            </a:lvl1pPr>
          </a:lstStyle>
          <a:p>
            <a:fld id="{793BA7A9-303B-4BB9-A968-7F27C63F053C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117371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82675B-E347-AAAB-B8FA-6C435F5E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ABE0375-568A-D78C-DA69-D88E49F36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0522CDD-EE20-99AB-C96F-DEF5D3273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 ...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A20DBF-C1A3-9CAD-DF32-BF3EE4E52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226898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D9700C-64AA-E357-A84C-3A3A47DA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0D826D-CDF3-5805-5EDB-DCBC47187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474F0A1-22C2-2DC7-586B-2CF55212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68DF0A-F838-6E5F-22A7-B4F8F4B33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1808333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D9700C-64AA-E357-A84C-3A3A47DA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0D826D-CDF3-5805-5EDB-DCBC47187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474F0A1-22C2-2DC7-586B-2CF55212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68DF0A-F838-6E5F-22A7-B4F8F4B33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1808333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0CFA5C-D815-F9B2-A9E5-714B6283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C69AE47-6A6A-0351-E80B-AC7E15FD7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FE8009-F6AB-6859-65C4-A2B20F74B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5F0B717-E6CA-4E3E-5CCF-2DBF35A5C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2858267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0CFA5C-D815-F9B2-A9E5-714B6283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C69AE47-6A6A-0351-E80B-AC7E15FD7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FE8009-F6AB-6859-65C4-A2B20F74B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5F0B717-E6CA-4E3E-5CCF-2DBF35A5C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2858267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D9700C-64AA-E357-A84C-3A3A47DA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0D826D-CDF3-5805-5EDB-DCBC47187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474F0A1-22C2-2DC7-586B-2CF55212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68DF0A-F838-6E5F-22A7-B4F8F4B33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1808333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26E5B8-0E45-A416-73D5-7FF5F1C8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5E3FA1D-929C-B001-CCF4-B2C51E81F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597A81A-6C5E-B3F4-38CD-13CAA57CE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960D31-CAD1-6F4E-AD64-578DCE0F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1171518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F4E236-6AFA-F061-B6D4-C39C9152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E531CC7-F646-C00D-FCA2-3E921F251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A40DD12-A3C5-C0DC-AE47-05CC766E3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 ?? 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35B66A-6A88-81AA-E13A-E238181F4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3017515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083E04-75FE-C327-0025-530647DA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0719140-391B-1186-9A57-41164FD92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F6C5AAC-682E-46C7-504D-5E0049DF4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09975B7-90BD-DAC5-FA67-40CBBE654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2142550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D1B452-7F4E-1009-EAC2-26DDC922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500E994-C5F6-1759-EEC4-21F395693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933FE4A-348F-E3F8-CA94-F4858D95A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Ilustrar o processo de ETL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Ilustrar ação de curadoria ( não planeada </a:t>
            </a: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1925EF-2FAC-A55A-EFE4-BE55D9C75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3750031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F27BC3-AFA6-8DBF-4D86-8BE82843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8C9ED93-3898-6ED0-E294-BC246974E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01CE1A9-5F1D-A94E-4069-574AC4A29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5E9C13-F957-FF02-1845-1D6BFF93B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4193843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821B62-93F4-BB5E-F1EF-E4CFEB1E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1C9D8CA-A935-0EAD-B5E7-6C25CDF89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A57CE66-7562-44C7-7B60-C0A51C1CC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092E87-E78B-0DB6-AB5B-222D5A2F3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2781439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96C9AC-C649-BD5C-DED5-36E5257D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4F7168F-FF46-A95E-EE2D-9D88C2149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EA15403-52DD-A9E8-13DF-1DB10FED2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Tópicos de apresentação:</a:t>
            </a:r>
          </a:p>
          <a:p>
            <a:pPr marL="685800" lvl="1" indent="-228600">
              <a:buFont typeface="+mj-lt"/>
              <a:buAutoNum type="arabicPeriod"/>
            </a:pP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 ?? </a:t>
            </a:r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C8B57C3-A398-97D6-9330-B5EDC1AF9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A7A9-303B-4BB9-A968-7F27C63F053C}" type="slidenum">
              <a:rPr lang="pt-PT" smtClean="0"/>
              <a:pPr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xmlns="" val="316510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C49-55D9-494A-90A4-7FB6A662475F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0CFA-9F04-435E-B05A-9A8D3B3CA8E6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4F4AC-D10F-48D4-A56A-19BA86423B2D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03F8E-50F7-4D26-9441-C006C6D5FAAB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F970-BA53-4CA8-BC9B-747C03183EA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37AE-E373-43B7-BA32-BD71B2DE09CA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a 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4" descr="Uma imagem com captura de ecrã, texto, Gráficos, Carmim&#10;&#10;Os conteúdos gerados por IA poderão estar incorretos.">
            <a:extLst>
              <a:ext uri="{FF2B5EF4-FFF2-40B4-BE49-F238E27FC236}">
                <a16:creationId xmlns:a16="http://schemas.microsoft.com/office/drawing/2014/main" xmlns="" id="{4129C775-A1BB-EDAE-9798-CA0B176352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DBA8255-923E-F4E9-BB1D-E317FCFBC890}"/>
              </a:ext>
            </a:extLst>
          </p:cNvPr>
          <p:cNvSpPr txBox="1"/>
          <p:nvPr userDrawn="1"/>
        </p:nvSpPr>
        <p:spPr>
          <a:xfrm>
            <a:off x="14065" y="9734846"/>
            <a:ext cx="90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0869D44-E40A-4ACF-947A-69392AFF37DC}" type="slidenum">
              <a:rPr lang="pt-PT" sz="2800" b="1" smtClean="0">
                <a:solidFill>
                  <a:schemeClr val="bg1"/>
                </a:solidFill>
                <a:latin typeface="Montserrat" panose="00000500000000000000" pitchFamily="2" charset="0"/>
              </a:rPr>
              <a:pPr/>
              <a:t>‹#›</a:t>
            </a:fld>
            <a:endParaRPr lang="pt-PT" sz="28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18857" y="160421"/>
            <a:ext cx="1904349" cy="796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B988042-8ED0-5BBC-9287-9FF1466C21A5}"/>
              </a:ext>
            </a:extLst>
          </p:cNvPr>
          <p:cNvSpPr/>
          <p:nvPr userDrawn="1"/>
        </p:nvSpPr>
        <p:spPr>
          <a:xfrm>
            <a:off x="13605253" y="1667"/>
            <a:ext cx="4682747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4" descr="Uma imagem com captura de ecrã, texto, Gráficos, Carmim&#10;&#10;Os conteúdos gerados por IA poderão estar incorretos.">
            <a:extLst>
              <a:ext uri="{FF2B5EF4-FFF2-40B4-BE49-F238E27FC236}">
                <a16:creationId xmlns:a16="http://schemas.microsoft.com/office/drawing/2014/main" xmlns="" id="{4129C775-A1BB-EDAE-9798-CA0B176352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DBA8255-923E-F4E9-BB1D-E317FCFBC890}"/>
              </a:ext>
            </a:extLst>
          </p:cNvPr>
          <p:cNvSpPr txBox="1"/>
          <p:nvPr userDrawn="1"/>
        </p:nvSpPr>
        <p:spPr>
          <a:xfrm>
            <a:off x="14065" y="9734846"/>
            <a:ext cx="90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0869D44-E40A-4ACF-947A-69392AFF37DC}" type="slidenum">
              <a:rPr lang="pt-PT" sz="2800" b="1" smtClean="0">
                <a:solidFill>
                  <a:schemeClr val="bg1"/>
                </a:solidFill>
                <a:latin typeface="Montserrat" panose="00000500000000000000" pitchFamily="2" charset="0"/>
              </a:rPr>
              <a:pPr/>
              <a:t>‹#›</a:t>
            </a:fld>
            <a:endParaRPr lang="pt-PT" sz="28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2" descr="BLU Costa — Travel Curation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6307" y="4"/>
            <a:ext cx="2341784" cy="1168911"/>
          </a:xfrm>
          <a:prstGeom prst="rect">
            <a:avLst/>
          </a:prstGeom>
          <a:noFill/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CCB6-0D20-4BC0-B6B5-E0E2544555DD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3AC8B-3F08-4BA8-9607-232560F4CEF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BB63F-84D2-4C30-80BF-8E470FD6D7BF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C49F-DA16-4288-A622-19517058EB9E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90452" y="9753310"/>
            <a:ext cx="1084521" cy="547688"/>
          </a:xfrm>
        </p:spPr>
        <p:txBody>
          <a:bodyPr/>
          <a:lstStyle>
            <a:lvl1pPr>
              <a:defRPr b="1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86AB2149-468C-4454-8EA3-D68C4C4C8B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 ISEG Executive Education">
            <a:extLst>
              <a:ext uri="{FF2B5EF4-FFF2-40B4-BE49-F238E27FC236}">
                <a16:creationId xmlns:a16="http://schemas.microsoft.com/office/drawing/2014/main" xmlns="" id="{4FB63B22-AED3-D8F6-EB88-FAF97D7456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087604" y="0"/>
            <a:ext cx="3099335" cy="13357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B3F39369-F51E-6A7A-530F-DAE30B8641C7}"/>
              </a:ext>
            </a:extLst>
          </p:cNvPr>
          <p:cNvCxnSpPr/>
          <p:nvPr/>
        </p:nvCxnSpPr>
        <p:spPr>
          <a:xfrm>
            <a:off x="876987" y="2242515"/>
            <a:ext cx="16470000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18D09F2-71BD-8A65-19DB-298D05CBB6F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76987" y="1465884"/>
            <a:ext cx="16470000" cy="716451"/>
          </a:xfrm>
          <a:solidFill>
            <a:schemeClr val="bg1"/>
          </a:solidFill>
        </p:spPr>
        <p:txBody>
          <a:bodyPr anchor="t">
            <a:noAutofit/>
          </a:bodyPr>
          <a:lstStyle>
            <a:lvl1pPr>
              <a:defRPr lang="en-US" sz="3600" b="1" kern="1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3536F944-DE38-3D96-B4EB-1586DD5585D2}"/>
              </a:ext>
            </a:extLst>
          </p:cNvPr>
          <p:cNvSpPr>
            <a:spLocks noGrp="1"/>
          </p:cNvSpPr>
          <p:nvPr userDrawn="1">
            <p:ph type="body" sz="half" idx="2"/>
          </p:nvPr>
        </p:nvSpPr>
        <p:spPr>
          <a:xfrm>
            <a:off x="909209" y="2559614"/>
            <a:ext cx="16712870" cy="5099556"/>
          </a:xfrm>
        </p:spPr>
        <p:txBody>
          <a:bodyPr>
            <a:noAutofit/>
          </a:bodyPr>
          <a:lstStyle>
            <a:lvl1pPr marL="0" indent="0">
              <a:buNone/>
              <a:defRPr lang="en-US" sz="21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22601461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73445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9431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A033A-39E2-48DE-9BE1-76761F329511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18/10/relationships/comments" Target="../comments/modernComment_10C_88F11C5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3B26C-1E22-B11E-9740-4BC21AAA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xmlns="" id="{E603F89C-30BF-7999-49DE-7FBB5B485033}"/>
              </a:ext>
            </a:extLst>
          </p:cNvPr>
          <p:cNvSpPr txBox="1"/>
          <p:nvPr/>
        </p:nvSpPr>
        <p:spPr>
          <a:xfrm>
            <a:off x="1204828" y="4234053"/>
            <a:ext cx="4719040" cy="126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pt-PT" sz="2200" b="1" noProof="0" dirty="0">
                <a:solidFill>
                  <a:srgbClr val="888599"/>
                </a:solidFill>
                <a:latin typeface="Montserrat Bold"/>
                <a:ea typeface="Montaser Arabic Medium"/>
                <a:cs typeface="Montaser Arabic Medium"/>
                <a:sym typeface="Montaser Arabic Medium"/>
              </a:rPr>
              <a:t>POSTGRADUATION IN APPLIED ARTIFICIAL INTELLIGENCE &amp; MACHINE LEARNING</a:t>
            </a:r>
            <a:endParaRPr lang="pt-PT" sz="2200" b="1" noProof="0" dirty="0">
              <a:solidFill>
                <a:srgbClr val="888599"/>
              </a:solidFill>
              <a:latin typeface="Montserrat Bold"/>
              <a:ea typeface="Montaser Arabic Medium"/>
              <a:cs typeface="Montaser Arabic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134178D2-2E4E-48F1-96A3-D72085F91CEF}"/>
              </a:ext>
            </a:extLst>
          </p:cNvPr>
          <p:cNvGrpSpPr/>
          <p:nvPr/>
        </p:nvGrpSpPr>
        <p:grpSpPr>
          <a:xfrm>
            <a:off x="6085115" y="6361548"/>
            <a:ext cx="11555989" cy="2762181"/>
            <a:chOff x="10413539" y="4126564"/>
            <a:chExt cx="7597175" cy="1725292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xmlns="" id="{5B633275-193A-78AE-2C2A-D9E6BB892633}"/>
                </a:ext>
              </a:extLst>
            </p:cNvPr>
            <p:cNvSpPr txBox="1">
              <a:spLocks/>
            </p:cNvSpPr>
            <p:nvPr/>
          </p:nvSpPr>
          <p:spPr>
            <a:xfrm>
              <a:off x="10413539" y="4228050"/>
              <a:ext cx="7597175" cy="1623806"/>
            </a:xfrm>
            <a:prstGeom prst="rect">
              <a:avLst/>
            </a:prstGeom>
            <a:noFill/>
          </p:spPr>
          <p:txBody>
            <a:bodyPr lIns="91440" tIns="45720" rIns="91440" bIns="4572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269875" indent="-269875" algn="ctr">
                <a:lnSpc>
                  <a:spcPct val="120000"/>
                </a:lnSpc>
              </a:pPr>
              <a:r>
                <a:rPr lang="pt-PT" sz="2800" noProof="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” </a:t>
              </a:r>
              <a:r>
                <a:rPr lang="pt-PT" sz="280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AI</a:t>
              </a:r>
              <a:r>
                <a:rPr lang="pt-PT" sz="2800" noProof="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 &amp; </a:t>
              </a:r>
              <a:r>
                <a:rPr lang="pt-PT" sz="2800" dirty="0" err="1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Machine</a:t>
              </a:r>
              <a:r>
                <a:rPr lang="pt-PT" sz="280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 </a:t>
              </a:r>
              <a:r>
                <a:rPr lang="pt-PT" sz="2800" dirty="0" err="1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Learning</a:t>
              </a:r>
              <a:r>
                <a:rPr lang="pt-PT" sz="280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 – </a:t>
              </a:r>
              <a:r>
                <a:rPr lang="pt-PT" sz="2800" b="0" dirty="0" err="1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Projecto</a:t>
              </a:r>
              <a:r>
                <a:rPr lang="pt-PT" sz="2800" b="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 Final</a:t>
              </a:r>
              <a:r>
                <a:rPr lang="pt-PT" sz="280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”</a:t>
              </a:r>
            </a:p>
            <a:p>
              <a:pPr marL="548640" indent="-269875" algn="ctr">
                <a:lnSpc>
                  <a:spcPct val="120000"/>
                </a:lnSpc>
                <a:spcBef>
                  <a:spcPts val="600"/>
                </a:spcBef>
              </a:pPr>
              <a:r>
                <a:rPr lang="pt-PT" sz="3200" b="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.:  </a:t>
              </a:r>
              <a:r>
                <a:rPr lang="pt-PT" sz="2800" b="0" i="1" dirty="0" smtClean="0">
                  <a:solidFill>
                    <a:schemeClr val="bg2">
                      <a:lumMod val="25000"/>
                    </a:schemeClr>
                  </a:solidFill>
                  <a:latin typeface="Baskerville Old Face"/>
                </a:rPr>
                <a:t>P6 </a:t>
              </a:r>
              <a:r>
                <a:rPr lang="pt-PT" sz="2800" b="0" i="1" dirty="0" smtClean="0">
                  <a:solidFill>
                    <a:schemeClr val="bg2">
                      <a:lumMod val="25000"/>
                    </a:schemeClr>
                  </a:solidFill>
                  <a:latin typeface="Baskerville Old Face"/>
                </a:rPr>
                <a:t>- Sistema </a:t>
              </a:r>
              <a:r>
                <a:rPr lang="pt-PT" sz="2800" b="0" i="1" dirty="0">
                  <a:solidFill>
                    <a:schemeClr val="bg2">
                      <a:lumMod val="25000"/>
                    </a:schemeClr>
                  </a:solidFill>
                  <a:latin typeface="Baskerville Old Face"/>
                </a:rPr>
                <a:t>inteligente de apoio à decisão p/ criação de </a:t>
              </a:r>
              <a:endParaRPr lang="pt-PT" sz="2800" b="0" dirty="0">
                <a:solidFill>
                  <a:schemeClr val="bg2">
                    <a:lumMod val="25000"/>
                  </a:schemeClr>
                </a:solidFill>
                <a:latin typeface="Baskerville Old Face"/>
              </a:endParaRPr>
            </a:p>
            <a:p>
              <a:pPr marL="269875" indent="-269875" algn="ctr">
                <a:lnSpc>
                  <a:spcPct val="120000"/>
                </a:lnSpc>
                <a:spcBef>
                  <a:spcPts val="600"/>
                </a:spcBef>
              </a:pPr>
              <a:r>
                <a:rPr lang="pt-PT" sz="2800" b="0" i="1" dirty="0">
                  <a:solidFill>
                    <a:schemeClr val="bg2">
                      <a:lumMod val="25000"/>
                    </a:schemeClr>
                  </a:solidFill>
                  <a:latin typeface="Baskerville Old Face"/>
                </a:rPr>
                <a:t>itinerários </a:t>
              </a:r>
              <a:r>
                <a:rPr lang="pt-PT" sz="2800" b="0" i="1" dirty="0" smtClean="0">
                  <a:solidFill>
                    <a:schemeClr val="bg2">
                      <a:lumMod val="25000"/>
                    </a:schemeClr>
                  </a:solidFill>
                  <a:latin typeface="Baskerville Old Face"/>
                </a:rPr>
                <a:t>(de viagens) personalizados e optimizados</a:t>
              </a:r>
              <a:r>
                <a:rPr lang="pt-PT" sz="2800" b="0" dirty="0">
                  <a:solidFill>
                    <a:schemeClr val="bg2">
                      <a:lumMod val="25000"/>
                    </a:schemeClr>
                  </a:solidFill>
                  <a:latin typeface="Montserrat"/>
                </a:rPr>
                <a:t>  </a:t>
              </a:r>
              <a:r>
                <a:rPr lang="pt-PT" sz="3200" b="0" dirty="0">
                  <a:solidFill>
                    <a:schemeClr val="accent6">
                      <a:lumMod val="75000"/>
                    </a:schemeClr>
                  </a:solidFill>
                  <a:latin typeface="Montserrat"/>
                </a:rPr>
                <a:t>:.</a:t>
              </a:r>
              <a:endParaRPr lang="pt-PT" sz="2400" b="0" dirty="0">
                <a:solidFill>
                  <a:schemeClr val="accent6">
                    <a:lumMod val="75000"/>
                  </a:schemeClr>
                </a:solidFill>
                <a:latin typeface="Montserrat"/>
                <a:ea typeface="Calibri"/>
                <a:cs typeface="Calibri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DB6F408B-BFBF-11B6-322B-B6EA98A1FCCA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176" y="5739736"/>
              <a:ext cx="7164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E69971D4-52A1-CD2D-8CAE-9BF42672F967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176" y="4126564"/>
              <a:ext cx="7164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xmlns="" id="{9C64F1A9-B735-3C9C-2D87-3DD0D875ACB2}"/>
              </a:ext>
            </a:extLst>
          </p:cNvPr>
          <p:cNvSpPr/>
          <p:nvPr/>
        </p:nvSpPr>
        <p:spPr>
          <a:xfrm>
            <a:off x="2970" y="-9317"/>
            <a:ext cx="6073980" cy="2199523"/>
          </a:xfrm>
          <a:custGeom>
            <a:avLst/>
            <a:gdLst/>
            <a:ahLst/>
            <a:cxnLst/>
            <a:rect l="l" t="t" r="r" b="b"/>
            <a:pathLst>
              <a:path w="5959359" h="2199523">
                <a:moveTo>
                  <a:pt x="0" y="0"/>
                </a:moveTo>
                <a:lnTo>
                  <a:pt x="5959359" y="0"/>
                </a:lnTo>
                <a:lnTo>
                  <a:pt x="5959359" y="2199523"/>
                </a:lnTo>
                <a:lnTo>
                  <a:pt x="0" y="219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10230" b="-123232"/>
            </a:stretch>
          </a:blipFill>
          <a:ln>
            <a:noFill/>
          </a:ln>
        </p:spPr>
        <p:txBody>
          <a:bodyPr/>
          <a:lstStyle/>
          <a:p>
            <a:endParaRPr lang="pt-PT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BFCD2BC-2ACA-BC43-FDD4-0F0DD95C6E2A}"/>
              </a:ext>
            </a:extLst>
          </p:cNvPr>
          <p:cNvSpPr txBox="1">
            <a:spLocks/>
          </p:cNvSpPr>
          <p:nvPr/>
        </p:nvSpPr>
        <p:spPr>
          <a:xfrm>
            <a:off x="1204828" y="6237717"/>
            <a:ext cx="4710712" cy="3467749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.:</a:t>
            </a:r>
            <a:r>
              <a:rPr lang="pt-PT" sz="1800" b="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  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[ </a:t>
            </a:r>
            <a:r>
              <a:rPr lang="pt-PT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Trabalho de Grupo </a:t>
            </a:r>
            <a:r>
              <a:rPr lang="pt-PT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(4)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]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       Fernando Carvalheiro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(32993)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       Gisela Matos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(32681)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       Henrique Reduto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(32959)</a:t>
            </a:r>
            <a:endParaRPr lang="pt-PT" sz="1600" dirty="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b="0" dirty="0">
                <a:latin typeface="Montserrat"/>
              </a:rPr>
              <a:t>  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Manuel Amaral (33086)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       Pedro Carreiro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(33075)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 smtClean="0">
                <a:latin typeface="Montserrat" panose="00000500000000000000" pitchFamily="2" charset="0"/>
              </a:rPr>
              <a:t>              </a:t>
            </a:r>
            <a:r>
              <a:rPr lang="pt-PT" sz="1800" noProof="0" dirty="0" smtClean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.:</a:t>
            </a:r>
            <a:r>
              <a:rPr lang="pt-PT" sz="1800" b="0" noProof="0" dirty="0" smtClean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  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2026-10-30</a:t>
            </a:r>
            <a:endParaRPr lang="pt-PT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FA5C7534-E7DF-C9BF-0E73-27D17455ABD4}"/>
              </a:ext>
            </a:extLst>
          </p:cNvPr>
          <p:cNvSpPr txBox="1">
            <a:spLocks/>
          </p:cNvSpPr>
          <p:nvPr/>
        </p:nvSpPr>
        <p:spPr>
          <a:xfrm>
            <a:off x="1204828" y="2195576"/>
            <a:ext cx="4979856" cy="147806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pt-PT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PG AAIML 5ª edição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pt-PT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Disciplina </a:t>
            </a:r>
            <a:r>
              <a:rPr lang="pt-PT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AIMLP - Projecto Final</a:t>
            </a:r>
            <a:endParaRPr lang="pt-PT" sz="1800" b="1" noProof="0" dirty="0">
              <a:solidFill>
                <a:schemeClr val="tx1">
                  <a:lumMod val="75000"/>
                  <a:lumOff val="25000"/>
                </a:schemeClr>
              </a:solidFill>
              <a:latin typeface="Montserrat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pt-PT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Coordenador: </a:t>
            </a:r>
            <a:r>
              <a:rPr lang="pt-PT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Prof. </a:t>
            </a:r>
            <a:r>
              <a:rPr lang="pt-PT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Jorge Caido</a:t>
            </a:r>
            <a:endParaRPr lang="pt-PT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pt-PT" sz="180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Supervisor: </a:t>
            </a:r>
            <a:r>
              <a:rPr lang="pt-PT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Prof. </a:t>
            </a:r>
            <a:r>
              <a:rPr lang="pt-PT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Miguel Ribeiro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6122" y="1161517"/>
            <a:ext cx="767715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97502803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194115" y="2411143"/>
            <a:ext cx="14254200" cy="5816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Introdução</a:t>
            </a:r>
            <a:endParaRPr lang="pt-PT" sz="28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Abordagem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ao projeto</a:t>
            </a:r>
            <a:endParaRPr lang="en-US" sz="2800" dirty="0" smtClean="0">
              <a:solidFill>
                <a:schemeClr val="bg2">
                  <a:lumMod val="25000"/>
                </a:schemeClr>
              </a:solidFill>
              <a:latin typeface="Montserra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Arquitetura </a:t>
            </a:r>
            <a:r>
              <a:rPr lang="pt-PT" sz="28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da </a:t>
            </a: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solução</a:t>
            </a:r>
            <a:endParaRPr lang="pt-PT" sz="28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Componentes da solução</a:t>
            </a:r>
            <a:endParaRPr lang="pt-PT" sz="2800" i="1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Decisões </a:t>
            </a:r>
            <a:r>
              <a:rPr lang="pt-PT" sz="2800" dirty="0">
                <a:solidFill>
                  <a:schemeClr val="bg2">
                    <a:lumMod val="25000"/>
                  </a:schemeClr>
                </a:solidFill>
                <a:latin typeface="Montserrat"/>
              </a:rPr>
              <a:t>e Tecnologias</a:t>
            </a:r>
            <a:endParaRPr lang="pt-PT" sz="2800" i="1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Resultados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PT" sz="2800" dirty="0" smtClean="0">
                <a:solidFill>
                  <a:schemeClr val="bg2">
                    <a:lumMod val="25000"/>
                  </a:schemeClr>
                </a:solidFill>
                <a:latin typeface="Montserrat"/>
              </a:rPr>
              <a:t>Demonstração</a:t>
            </a:r>
            <a:endParaRPr lang="pt-PT" sz="2800" dirty="0">
              <a:solidFill>
                <a:schemeClr val="bg2">
                  <a:lumMod val="25000"/>
                </a:schemeClr>
              </a:solidFill>
              <a:latin typeface="Montserra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PT" sz="2800" dirty="0">
                <a:solidFill>
                  <a:schemeClr val="bg2">
                    <a:lumMod val="25000"/>
                  </a:schemeClr>
                </a:solidFill>
                <a:latin typeface="Montserrat"/>
              </a:rPr>
              <a:t>Sugestões de melhoria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PT" sz="2800" dirty="0">
                <a:solidFill>
                  <a:schemeClr val="bg2">
                    <a:lumMod val="25000"/>
                  </a:schemeClr>
                </a:solidFill>
                <a:latin typeface="Montserrat"/>
              </a:rPr>
              <a:t>Conclusões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xmlns="" id="{8B8555D3-7226-512E-428C-ECE74FD3CABA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17585"/>
            <a:ext cx="11945959" cy="1014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54"/>
              </a:lnSpc>
            </a:pPr>
            <a:r>
              <a:rPr lang="pt-PT" sz="3200" b="1">
                <a:solidFill>
                  <a:schemeClr val="bg2">
                    <a:lumMod val="50000"/>
                  </a:schemeClr>
                </a:solidFill>
                <a:latin typeface="Montserrat Bold"/>
                <a:sym typeface="Montserrat Ultra-Bold"/>
              </a:rPr>
              <a:t>Índice</a:t>
            </a:r>
            <a:endParaRPr lang="pt" sz="3200" b="1" noProof="0">
              <a:solidFill>
                <a:schemeClr val="bg2">
                  <a:lumMod val="50000"/>
                </a:schemeClr>
              </a:solidFill>
              <a:latin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BC0E295-E8CB-09B6-63A9-3E1EFDEFE543}"/>
              </a:ext>
            </a:extLst>
          </p:cNvPr>
          <p:cNvSpPr txBox="1"/>
          <p:nvPr/>
        </p:nvSpPr>
        <p:spPr>
          <a:xfrm>
            <a:off x="3359561" y="1529781"/>
            <a:ext cx="7292341" cy="369332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 smtClean="0">
                <a:ea typeface="Calibri"/>
                <a:cs typeface="Calibri"/>
              </a:rPr>
              <a:t>Actualizar</a:t>
            </a:r>
            <a:r>
              <a:rPr lang="en-US" dirty="0" smtClean="0">
                <a:ea typeface="Calibri"/>
                <a:cs typeface="Calibri"/>
              </a:rPr>
              <a:t> no final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AC1451E-A1CD-79EC-5D45-F69D37B6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89821CA-0B4D-61D7-1490-E54103D18016}"/>
              </a:ext>
            </a:extLst>
          </p:cNvPr>
          <p:cNvSpPr txBox="1"/>
          <p:nvPr/>
        </p:nvSpPr>
        <p:spPr>
          <a:xfrm>
            <a:off x="1800000" y="1800000"/>
            <a:ext cx="16020000" cy="614084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pt-PT" sz="2800" b="1" dirty="0">
                <a:solidFill>
                  <a:schemeClr val="bg2">
                    <a:lumMod val="49000"/>
                  </a:schemeClr>
                </a:solidFill>
              </a:rPr>
              <a:t>Contexto</a:t>
            </a:r>
            <a:endParaRPr lang="pt-PT" sz="2800" dirty="0">
              <a:solidFill>
                <a:schemeClr val="bg2">
                  <a:lumMod val="49000"/>
                </a:schemeClr>
              </a:solidFill>
            </a:endParaRPr>
          </a:p>
          <a:p>
            <a:pPr marL="228600">
              <a:spcBef>
                <a:spcPts val="400"/>
              </a:spcBef>
              <a:spcAft>
                <a:spcPts val="400"/>
              </a:spcAft>
              <a:tabLst>
                <a:tab pos="2871788" algn="l"/>
              </a:tabLst>
            </a:pPr>
            <a:r>
              <a:rPr lang="pt-PT" sz="2400" dirty="0" smtClean="0">
                <a:solidFill>
                  <a:srgbClr val="000000"/>
                </a:solidFill>
              </a:rPr>
              <a:t>Projecto realizado no âmbito  da 5ª ed. da PG em Applied AI &amp; ML.</a:t>
            </a:r>
          </a:p>
          <a:p>
            <a:pPr marL="228600">
              <a:spcBef>
                <a:spcPts val="400"/>
              </a:spcBef>
              <a:spcAft>
                <a:spcPts val="400"/>
              </a:spcAft>
              <a:tabLst>
                <a:tab pos="2871788" algn="l"/>
              </a:tabLst>
            </a:pPr>
            <a:r>
              <a:rPr lang="pt-PT" sz="2400" dirty="0" smtClean="0">
                <a:solidFill>
                  <a:srgbClr val="000000"/>
                </a:solidFill>
              </a:rPr>
              <a:t>Orientador: </a:t>
            </a:r>
            <a:r>
              <a:rPr lang="pt-PT" sz="2400" dirty="0" smtClean="0">
                <a:solidFill>
                  <a:srgbClr val="000000"/>
                </a:solidFill>
              </a:rPr>
              <a:t>Prof. Miguel Ribeiro.</a:t>
            </a:r>
            <a:endParaRPr lang="pt-PT" sz="2400" dirty="0" smtClean="0">
              <a:solidFill>
                <a:srgbClr val="000000"/>
              </a:solidFill>
            </a:endParaRPr>
          </a:p>
          <a:p>
            <a:pPr marL="228600">
              <a:spcBef>
                <a:spcPts val="400"/>
              </a:spcBef>
              <a:spcAft>
                <a:spcPts val="400"/>
              </a:spcAft>
              <a:tabLst>
                <a:tab pos="2871788" algn="l"/>
              </a:tabLst>
            </a:pPr>
            <a:r>
              <a:rPr lang="pt-PT" sz="2400" dirty="0" smtClean="0">
                <a:solidFill>
                  <a:srgbClr val="000000"/>
                </a:solidFill>
              </a:rPr>
              <a:t>Parceiro/Empresa:  BLU Costa Travel Curation</a:t>
            </a:r>
          </a:p>
          <a:p>
            <a:pPr marL="228600">
              <a:spcBef>
                <a:spcPts val="400"/>
              </a:spcBef>
              <a:spcAft>
                <a:spcPts val="400"/>
              </a:spcAft>
            </a:pPr>
            <a:endParaRPr lang="pt-PT" sz="2400" dirty="0">
              <a:solidFill>
                <a:srgbClr val="000000"/>
              </a:solidFill>
            </a:endParaRPr>
          </a:p>
          <a:p>
            <a:pPr marL="4763">
              <a:spcBef>
                <a:spcPts val="400"/>
              </a:spcBef>
              <a:spcAft>
                <a:spcPts val="400"/>
              </a:spcAft>
            </a:pPr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Projecto #6 </a:t>
            </a:r>
          </a:p>
          <a:p>
            <a:pPr marL="180975">
              <a:spcBef>
                <a:spcPts val="400"/>
              </a:spcBef>
              <a:spcAft>
                <a:spcPts val="400"/>
              </a:spcAft>
            </a:pPr>
            <a:r>
              <a:rPr lang="pt-PT" sz="2400" dirty="0" smtClean="0">
                <a:solidFill>
                  <a:srgbClr val="000000"/>
                </a:solidFill>
              </a:rPr>
              <a:t>Criação de um </a:t>
            </a:r>
            <a:r>
              <a:rPr lang="pt-PT" sz="2400" b="1" i="1" dirty="0" smtClean="0">
                <a:solidFill>
                  <a:schemeClr val="accent6">
                    <a:lumMod val="75000"/>
                  </a:schemeClr>
                </a:solidFill>
              </a:rPr>
              <a:t>Sistema </a:t>
            </a:r>
            <a:r>
              <a:rPr lang="pt-PT" sz="2400" b="1" i="1" dirty="0" smtClean="0">
                <a:solidFill>
                  <a:schemeClr val="accent6">
                    <a:lumMod val="75000"/>
                  </a:schemeClr>
                </a:solidFill>
              </a:rPr>
              <a:t>Inteligente de Apoio à Decisão Criação de Itinerários Personalizados e Otimizados.</a:t>
            </a:r>
          </a:p>
          <a:p>
            <a:pPr marL="449263">
              <a:spcBef>
                <a:spcPts val="600"/>
              </a:spcBef>
              <a:spcAft>
                <a:spcPts val="600"/>
              </a:spcAft>
            </a:pPr>
            <a:r>
              <a:rPr lang="pt-PT" sz="2400" i="1" dirty="0" smtClean="0"/>
              <a:t>“O </a:t>
            </a:r>
            <a:r>
              <a:rPr lang="pt-PT" sz="2400" i="1" dirty="0" smtClean="0"/>
              <a:t>sistema deverá considerar o perfil do cliente e as datas da viagem, a disponibilidade e horários das atrações, dias de encerramento, tempos de visita e deslocação, restaurantes disponíveis, serviços adicionais e guias, bem como os custos. </a:t>
            </a:r>
            <a:endParaRPr lang="pt-PT" sz="2400" i="1" dirty="0" smtClean="0"/>
          </a:p>
          <a:p>
            <a:pPr marL="449263">
              <a:spcBef>
                <a:spcPts val="600"/>
              </a:spcBef>
              <a:spcAft>
                <a:spcPts val="600"/>
              </a:spcAft>
            </a:pPr>
            <a:r>
              <a:rPr lang="pt-PT" sz="2400" i="1" dirty="0" smtClean="0"/>
              <a:t>A </a:t>
            </a:r>
            <a:r>
              <a:rPr lang="pt-PT" sz="2400" i="1" dirty="0" smtClean="0"/>
              <a:t>partir destes dados, deverá gerar automaticamente um itinerário coerente, com sequência otimizada de visitas, rotas eficientes, horários estimados, restaurantes compatíveis e preço final calculado, mantendo uma arquitetura escalável que permita adicionar novos destinos, atrações, parceiros, restaurantes e regras de negócio sem necessidade de alterar o código</a:t>
            </a:r>
            <a:r>
              <a:rPr lang="pt-PT" sz="2400" i="1" dirty="0" smtClean="0"/>
              <a:t>.”</a:t>
            </a:r>
            <a:r>
              <a:rPr lang="pt-PT" sz="2400" dirty="0" smtClean="0"/>
              <a:t> </a:t>
            </a:r>
            <a:endParaRPr lang="pt-PT" sz="2400" dirty="0">
              <a:ea typeface="Calibri"/>
              <a:cs typeface="Calibri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xmlns="" id="{87146F85-5F74-267E-759C-43DD22C0AFD0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00801"/>
            <a:ext cx="11945959" cy="65376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1.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Introdução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1673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EECCB9-A59B-859A-867D-43D4F511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05E6E4-D695-B546-93CB-F22138AE4257}"/>
              </a:ext>
            </a:extLst>
          </p:cNvPr>
          <p:cNvSpPr txBox="1"/>
          <p:nvPr/>
        </p:nvSpPr>
        <p:spPr>
          <a:xfrm>
            <a:off x="1800000" y="1800000"/>
            <a:ext cx="16020000" cy="8322571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Situação atual </a:t>
            </a:r>
            <a:r>
              <a:rPr lang="pt-PT" sz="2800" dirty="0" smtClean="0">
                <a:solidFill>
                  <a:schemeClr val="bg2">
                    <a:lumMod val="49000"/>
                  </a:schemeClr>
                </a:solidFill>
              </a:rPr>
              <a:t>(alto nível)</a:t>
            </a:r>
            <a:endParaRPr lang="pt-PT" sz="2800" dirty="0" smtClean="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228600" lvl="0">
              <a:spcBef>
                <a:spcPts val="400"/>
              </a:spcBef>
              <a:spcAft>
                <a:spcPts val="400"/>
              </a:spcAft>
            </a:pPr>
            <a:endParaRPr lang="pt-PT" sz="2400" dirty="0" smtClean="0"/>
          </a:p>
          <a:p>
            <a:pPr marL="4763" lvl="0">
              <a:spcBef>
                <a:spcPts val="400"/>
              </a:spcBef>
              <a:spcAft>
                <a:spcPts val="400"/>
              </a:spcAft>
            </a:pPr>
            <a:endParaRPr lang="pt-PT" sz="2800" b="1" dirty="0" smtClean="0">
              <a:solidFill>
                <a:schemeClr val="bg2">
                  <a:lumMod val="49000"/>
                </a:schemeClr>
              </a:solidFill>
            </a:endParaRPr>
          </a:p>
          <a:p>
            <a:pPr marL="4763" lvl="0">
              <a:spcBef>
                <a:spcPts val="400"/>
              </a:spcBef>
              <a:spcAft>
                <a:spcPts val="400"/>
              </a:spcAft>
            </a:pPr>
            <a:endParaRPr lang="pt-PT" sz="2800" b="1" dirty="0" smtClean="0">
              <a:solidFill>
                <a:schemeClr val="bg2">
                  <a:lumMod val="49000"/>
                </a:schemeClr>
              </a:solidFill>
            </a:endParaRPr>
          </a:p>
          <a:p>
            <a:pPr marL="4763" lvl="0">
              <a:spcBef>
                <a:spcPts val="400"/>
              </a:spcBef>
              <a:spcAft>
                <a:spcPts val="400"/>
              </a:spcAft>
            </a:pPr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Situação pretendida</a:t>
            </a:r>
            <a:endParaRPr lang="pt-PT" sz="2800" b="1" dirty="0" smtClean="0">
              <a:solidFill>
                <a:schemeClr val="bg2">
                  <a:lumMod val="49000"/>
                </a:schemeClr>
              </a:solidFill>
            </a:endParaRPr>
          </a:p>
          <a:p>
            <a:pPr marL="347663" lvl="1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546100" algn="l"/>
              </a:tabLst>
            </a:pPr>
            <a:r>
              <a:rPr lang="pt-PT" sz="2400" dirty="0" smtClean="0"/>
              <a:t>	Desenvolvimento </a:t>
            </a:r>
            <a:r>
              <a:rPr lang="pt-PT" sz="2400" dirty="0" smtClean="0"/>
              <a:t>de uma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solução de apoio ao Curador de viagens</a:t>
            </a:r>
            <a:r>
              <a:rPr lang="pt-PT" sz="2400" dirty="0" smtClean="0"/>
              <a:t>, na preparação e planeamento de um intinerário personalizado, a remeter em pdf ao potencial cliente</a:t>
            </a:r>
            <a:r>
              <a:rPr lang="pt-PT" sz="2400" dirty="0" smtClean="0"/>
              <a:t>.</a:t>
            </a:r>
          </a:p>
          <a:p>
            <a:pPr marL="990600" lvl="1" algn="just">
              <a:tabLst>
                <a:tab pos="546100" algn="l"/>
              </a:tabLst>
            </a:pPr>
            <a:r>
              <a:rPr lang="pt-PT" sz="1900" i="1" dirty="0" smtClean="0"/>
              <a:t>“Espero </a:t>
            </a:r>
            <a:r>
              <a:rPr lang="pt-PT" sz="1900" i="1" dirty="0" smtClean="0"/>
              <a:t>que a IA traga a Journey completa adaptada para cada pedido, com o orçamento e o layout prontos. Quero ter a flexibilidade de </a:t>
            </a:r>
            <a:r>
              <a:rPr lang="pt-PT" sz="1900" i="1" dirty="0" smtClean="0"/>
              <a:t>alterar</a:t>
            </a:r>
          </a:p>
          <a:p>
            <a:pPr marL="990600" lvl="1" algn="just">
              <a:tabLst>
                <a:tab pos="546100" algn="l"/>
              </a:tabLst>
            </a:pPr>
            <a:r>
              <a:rPr lang="pt-PT" sz="1900" i="1" dirty="0" smtClean="0"/>
              <a:t> </a:t>
            </a:r>
            <a:r>
              <a:rPr lang="pt-PT" sz="1900" i="1" dirty="0" smtClean="0"/>
              <a:t>valores finais ou fazer algum ajuste final. Imagino interagindo com o sistema em 2 situações: como disse na apresentação, do meu lado quero </a:t>
            </a:r>
            <a:endParaRPr lang="pt-PT" sz="1900" i="1" dirty="0" smtClean="0"/>
          </a:p>
          <a:p>
            <a:pPr marL="990600" lvl="1" algn="just">
              <a:tabLst>
                <a:tab pos="546100" algn="l"/>
              </a:tabLst>
            </a:pPr>
            <a:r>
              <a:rPr lang="pt-PT" sz="1900" i="1" dirty="0" smtClean="0"/>
              <a:t>interagir </a:t>
            </a:r>
            <a:r>
              <a:rPr lang="pt-PT" sz="1900" i="1" dirty="0" smtClean="0"/>
              <a:t>com o sistema enviando as informações do cliente e que ele me entregue a proposta pronta a enviar ao cliente</a:t>
            </a:r>
            <a:r>
              <a:rPr lang="pt-PT" sz="1900" i="1" dirty="0" smtClean="0"/>
              <a:t>.” </a:t>
            </a:r>
            <a:r>
              <a:rPr lang="pt-PT" sz="1900" dirty="0" smtClean="0"/>
              <a:t>– Adriana Toma.</a:t>
            </a:r>
          </a:p>
          <a:p>
            <a:pPr marL="347663" lvl="1">
              <a:spcBef>
                <a:spcPts val="18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546100" algn="l"/>
              </a:tabLst>
            </a:pPr>
            <a:r>
              <a:rPr lang="pt-PT" sz="2400" dirty="0" smtClean="0"/>
              <a:t>	Abordagem </a:t>
            </a:r>
            <a:r>
              <a:rPr lang="pt-PT" sz="2400" dirty="0" smtClean="0"/>
              <a:t>evolutiva</a:t>
            </a:r>
            <a:r>
              <a:rPr lang="pt-PT" sz="2400" dirty="0" smtClean="0"/>
              <a:t>.</a:t>
            </a:r>
          </a:p>
          <a:p>
            <a:pPr marL="973138" lvl="1" algn="just"/>
            <a:r>
              <a:rPr lang="pt-PT" sz="1900" i="1" dirty="0" smtClean="0"/>
              <a:t>“No </a:t>
            </a:r>
            <a:r>
              <a:rPr lang="pt-PT" sz="1900" i="1" dirty="0" smtClean="0"/>
              <a:t>futuro quero que o cliente interaja com o sistema no site e já saia com a viagem programada, os valores a pagar e as informações </a:t>
            </a:r>
            <a:r>
              <a:rPr lang="pt-PT" sz="1900" i="1" dirty="0" smtClean="0"/>
              <a:t>interagindo</a:t>
            </a:r>
          </a:p>
          <a:p>
            <a:pPr marL="973138" lvl="1" algn="just"/>
            <a:r>
              <a:rPr lang="pt-PT" sz="1900" i="1" dirty="0" smtClean="0"/>
              <a:t> </a:t>
            </a:r>
            <a:r>
              <a:rPr lang="pt-PT" sz="1900" i="1" dirty="0" smtClean="0"/>
              <a:t>com meu CRM nas datas das viagens, quais atrações preciso comprar ingressos ou reservar com antecedência, e que já dispare o CRM com os </a:t>
            </a:r>
            <a:endParaRPr lang="pt-PT" sz="1900" i="1" dirty="0" smtClean="0"/>
          </a:p>
          <a:p>
            <a:pPr marL="973138" lvl="1" algn="just"/>
            <a:r>
              <a:rPr lang="pt-PT" sz="1900" i="1" dirty="0" smtClean="0"/>
              <a:t>emails </a:t>
            </a:r>
            <a:r>
              <a:rPr lang="pt-PT" sz="1900" i="1" dirty="0" smtClean="0"/>
              <a:t>de follow up pré e pós viagem</a:t>
            </a:r>
            <a:r>
              <a:rPr lang="pt-PT" sz="1900" i="1" dirty="0" smtClean="0"/>
              <a:t>.” </a:t>
            </a:r>
            <a:r>
              <a:rPr lang="pt-PT" sz="1900" dirty="0" smtClean="0"/>
              <a:t>– Adriana Toma.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xmlns="" id="{87146F85-5F74-267E-759C-43DD22C0AFD0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2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Abordagem ao projecto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2630907" y="2438399"/>
          <a:ext cx="13876420" cy="3128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36630" y="4042611"/>
            <a:ext cx="2871537" cy="770021"/>
          </a:xfrm>
          <a:prstGeom prst="roundRect">
            <a:avLst/>
          </a:prstGeom>
          <a:solidFill>
            <a:srgbClr val="FFFF00">
              <a:alpha val="14000"/>
            </a:srgbClr>
          </a:solidFill>
          <a:ln>
            <a:solidFill>
              <a:schemeClr val="bg2">
                <a:lumMod val="50000"/>
              </a:schemeClr>
            </a:solidFill>
          </a:ln>
          <a:effectLst>
            <a:outerShdw dist="20000" dir="5400000" rotWithShape="0">
              <a:schemeClr val="accent6">
                <a:lumMod val="40000"/>
                <a:lumOff val="6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9" name="Rounded Rectangle 28"/>
          <p:cNvSpPr/>
          <p:nvPr/>
        </p:nvSpPr>
        <p:spPr>
          <a:xfrm>
            <a:off x="4948988" y="6208295"/>
            <a:ext cx="409075" cy="280737"/>
          </a:xfrm>
          <a:prstGeom prst="roundRect">
            <a:avLst/>
          </a:prstGeom>
          <a:solidFill>
            <a:srgbClr val="FFFF00">
              <a:alpha val="14000"/>
            </a:srgbClr>
          </a:solidFill>
          <a:ln>
            <a:solidFill>
              <a:schemeClr val="bg2">
                <a:lumMod val="50000"/>
              </a:schemeClr>
            </a:solidFill>
          </a:ln>
          <a:effectLst>
            <a:outerShdw dist="20000" dir="5400000" rotWithShape="0">
              <a:schemeClr val="accent6">
                <a:lumMod val="40000"/>
                <a:lumOff val="6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xmlns="" val="38051751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EECCB9-A59B-859A-867D-43D4F511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05E6E4-D695-B546-93CB-F22138AE4257}"/>
              </a:ext>
            </a:extLst>
          </p:cNvPr>
          <p:cNvSpPr txBox="1"/>
          <p:nvPr/>
        </p:nvSpPr>
        <p:spPr>
          <a:xfrm>
            <a:off x="1800000" y="1800000"/>
            <a:ext cx="16020000" cy="7119898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Abordagem </a:t>
            </a:r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(funcional) do projeto</a:t>
            </a:r>
            <a:endParaRPr lang="pt-PT" sz="2800" b="1" dirty="0" smtClean="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marL="228600" lvl="0">
              <a:spcBef>
                <a:spcPts val="3600"/>
              </a:spcBef>
              <a:spcAft>
                <a:spcPts val="400"/>
              </a:spcAft>
            </a:pPr>
            <a:r>
              <a:rPr lang="pt-PT" sz="2400" dirty="0" smtClean="0"/>
              <a:t>O processo de curadoria do itinerário contempla a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conjugação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automática </a:t>
            </a:r>
            <a:r>
              <a:rPr lang="pt-PT" sz="2400" dirty="0" smtClean="0"/>
              <a:t>de:</a:t>
            </a:r>
          </a:p>
          <a:p>
            <a:pPr marL="1087438" lvl="0" indent="-457200">
              <a:spcBef>
                <a:spcPts val="400"/>
              </a:spcBef>
              <a:spcAft>
                <a:spcPts val="400"/>
              </a:spcAft>
              <a:buAutoNum type="arabicParenBoth"/>
            </a:pP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várias fontes de informação</a:t>
            </a:r>
            <a:r>
              <a:rPr lang="pt-PT" sz="2400" dirty="0" smtClean="0"/>
              <a:t> previamente carregados em sistema (p.e. calendários de eventos, restaurantes, propostas anteriores, condições climatéricas para os dias da visita) </a:t>
            </a:r>
          </a:p>
          <a:p>
            <a:pPr marL="1087438" lvl="0" indent="-457200">
              <a:spcBef>
                <a:spcPts val="400"/>
              </a:spcBef>
              <a:spcAft>
                <a:spcPts val="400"/>
              </a:spcAft>
              <a:buAutoNum type="arabicParenBoth"/>
            </a:pP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PT" sz="2400" dirty="0" smtClean="0"/>
              <a:t>com a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 informação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no pedido do potencial cliente</a:t>
            </a:r>
            <a:r>
              <a:rPr lang="pt-PT" sz="2400" dirty="0" smtClean="0"/>
              <a:t> ou abordada com o próprio. Exemplos:</a:t>
            </a:r>
          </a:p>
          <a:p>
            <a:pPr marL="1431925" lvl="0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700213" algn="l"/>
              </a:tabLst>
            </a:pPr>
            <a:r>
              <a:rPr lang="pt-PT" sz="2400" dirty="0" smtClean="0"/>
              <a:t>	perfil do “cliente” (individual, casal, grupo), mobilidade, interesses e preferências;</a:t>
            </a:r>
          </a:p>
          <a:p>
            <a:pPr marL="1431925" lvl="0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700213" algn="l"/>
              </a:tabLst>
            </a:pPr>
            <a:r>
              <a:rPr lang="pt-PT" sz="2400" dirty="0" smtClean="0"/>
              <a:t>	duração do itinerário (1 ou mais dias), tempo disponível e profundidade para explorar;</a:t>
            </a:r>
          </a:p>
          <a:p>
            <a:pPr marL="1431925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700213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preferências por visitas a locais de referência ou vivenciar diferentes tipos de experiências (p.e. gastronómicas, culturais, artísticas).</a:t>
            </a:r>
            <a:endParaRPr lang="pt-PT" sz="2400" dirty="0" smtClean="0">
              <a:cs typeface="Calibri"/>
            </a:endParaRPr>
          </a:p>
          <a:p>
            <a:pPr marL="180975">
              <a:spcBef>
                <a:spcPts val="3600"/>
              </a:spcBef>
              <a:spcAft>
                <a:spcPts val="400"/>
              </a:spcAft>
              <a:tabLst>
                <a:tab pos="977900" algn="l"/>
              </a:tabLst>
            </a:pPr>
            <a:r>
              <a:rPr lang="pt-PT" sz="2400" dirty="0" smtClean="0">
                <a:cs typeface="Calibri"/>
              </a:rPr>
              <a:t>A proposta é preparada contemplando </a:t>
            </a:r>
            <a:r>
              <a:rPr lang="pt-PT" sz="2400" dirty="0" smtClean="0"/>
              <a:t>3 abordagens possiveis, relevando a curadoria, ajustando tempo, profundidade</a:t>
            </a:r>
            <a:r>
              <a:rPr lang="pt-PT" sz="2400" dirty="0" smtClean="0"/>
              <a:t>, complexidade e/ou número de componentes </a:t>
            </a:r>
            <a:r>
              <a:rPr lang="pt-PT" sz="2400" dirty="0" smtClean="0"/>
              <a:t>dos </a:t>
            </a:r>
            <a:r>
              <a:rPr lang="pt-PT" sz="2400" dirty="0" smtClean="0"/>
              <a:t>serviços propostos </a:t>
            </a:r>
            <a:r>
              <a:rPr lang="pt-PT" sz="2400" dirty="0" smtClean="0"/>
              <a:t>:</a:t>
            </a:r>
          </a:p>
          <a:p>
            <a:pPr marL="977900" indent="-428625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2325688" algn="l"/>
              </a:tabLst>
            </a:pP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Soft</a:t>
            </a:r>
            <a:r>
              <a:rPr lang="pt-PT" sz="2400" dirty="0" smtClean="0"/>
              <a:t>	forma </a:t>
            </a:r>
            <a:r>
              <a:rPr lang="pt-PT" sz="2400" dirty="0" smtClean="0"/>
              <a:t>mais leve de viver a “</a:t>
            </a:r>
            <a:r>
              <a:rPr lang="pt-PT" sz="2400" i="1" dirty="0" smtClean="0"/>
              <a:t>Journey</a:t>
            </a:r>
            <a:r>
              <a:rPr lang="pt-PT" sz="2400" dirty="0" smtClean="0"/>
              <a:t>”. Menos tempo e/ou profundidade, mantendo a </a:t>
            </a:r>
            <a:r>
              <a:rPr lang="pt-PT" sz="2400" dirty="0" smtClean="0"/>
              <a:t>curadoria;</a:t>
            </a:r>
            <a:endParaRPr lang="pt-PT" sz="2400" dirty="0" smtClean="0"/>
          </a:p>
          <a:p>
            <a:pPr marL="977900" indent="-444500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2325688" algn="l"/>
              </a:tabLst>
            </a:pP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Classic</a:t>
            </a:r>
            <a:r>
              <a:rPr lang="pt-PT" sz="2400" dirty="0" smtClean="0"/>
              <a:t>	</a:t>
            </a:r>
            <a:r>
              <a:rPr lang="pt-PT" sz="2400" dirty="0" smtClean="0"/>
              <a:t>(default)  experiência </a:t>
            </a:r>
            <a:r>
              <a:rPr lang="pt-PT" sz="2400" dirty="0" smtClean="0"/>
              <a:t>mais </a:t>
            </a:r>
            <a:r>
              <a:rPr lang="pt-PT" sz="2400" dirty="0" smtClean="0"/>
              <a:t>desenvolvida. Com </a:t>
            </a:r>
            <a:r>
              <a:rPr lang="pt-PT" sz="2400" dirty="0" smtClean="0"/>
              <a:t>mais tempo e profundidade para </a:t>
            </a:r>
            <a:r>
              <a:rPr lang="pt-PT" sz="2400" dirty="0" smtClean="0"/>
              <a:t>explorar;</a:t>
            </a:r>
          </a:p>
          <a:p>
            <a:pPr marL="977900" indent="-444500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2325688" algn="l"/>
              </a:tabLst>
            </a:pP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Signature</a:t>
            </a:r>
            <a:r>
              <a:rPr lang="pt-PT" sz="2400" dirty="0" smtClean="0"/>
              <a:t>	</a:t>
            </a:r>
            <a:r>
              <a:rPr lang="pt-PT" sz="2400" dirty="0" smtClean="0"/>
              <a:t>expressão </a:t>
            </a:r>
            <a:r>
              <a:rPr lang="pt-PT" sz="2400" dirty="0" smtClean="0"/>
              <a:t>mais completa da </a:t>
            </a:r>
            <a:r>
              <a:rPr lang="pt-PT" sz="2400" dirty="0" smtClean="0"/>
              <a:t>“</a:t>
            </a:r>
            <a:r>
              <a:rPr lang="pt-PT" sz="2400" i="1" dirty="0" smtClean="0"/>
              <a:t>Journey</a:t>
            </a:r>
            <a:r>
              <a:rPr lang="pt-PT" sz="2400" dirty="0" smtClean="0"/>
              <a:t>”. Com maior </a:t>
            </a:r>
            <a:r>
              <a:rPr lang="pt-PT" sz="2400" dirty="0" smtClean="0"/>
              <a:t>profundidade, riqueza de </a:t>
            </a:r>
            <a:r>
              <a:rPr lang="pt-PT" sz="2400" dirty="0" smtClean="0"/>
              <a:t>experiência/personalização.</a:t>
            </a:r>
            <a:endParaRPr lang="pt-PT" sz="2400" dirty="0">
              <a:ea typeface="Calibri"/>
              <a:cs typeface="Calibri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xmlns="" id="{87146F85-5F74-267E-759C-43DD22C0AFD0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2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Abordagem ao projecto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21205" y="6352674"/>
            <a:ext cx="1306373" cy="2025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38051751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D9E070-DC67-560E-E427-EE28214A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305E6E4-D695-B546-93CB-F22138AE4257}"/>
              </a:ext>
            </a:extLst>
          </p:cNvPr>
          <p:cNvSpPr txBox="1"/>
          <p:nvPr/>
        </p:nvSpPr>
        <p:spPr>
          <a:xfrm>
            <a:off x="1800000" y="1800000"/>
            <a:ext cx="16020000" cy="3033257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C4 System Context</a:t>
            </a:r>
          </a:p>
          <a:p>
            <a:pPr marL="285750">
              <a:spcBef>
                <a:spcPts val="1200"/>
              </a:spcBef>
            </a:pPr>
            <a:r>
              <a:rPr lang="pt-PT" sz="2400" dirty="0" smtClean="0"/>
              <a:t>O projecto reparte-se por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3 componentes</a:t>
            </a:r>
            <a:r>
              <a:rPr lang="pt-PT" sz="2400" dirty="0" smtClean="0"/>
              <a:t>, interligadas entre si: </a:t>
            </a:r>
          </a:p>
          <a:p>
            <a:pPr marL="10033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pt-PT" sz="2400" dirty="0" smtClean="0"/>
              <a:t>Preparação de dados e ingestão/actualização das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fontes de informação</a:t>
            </a:r>
            <a:r>
              <a:rPr lang="pt-PT" sz="2400" dirty="0" smtClean="0"/>
              <a:t>;</a:t>
            </a:r>
          </a:p>
          <a:p>
            <a:pPr marL="10033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pt-PT" sz="2400" dirty="0" smtClean="0"/>
              <a:t> 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Portal</a:t>
            </a:r>
            <a:r>
              <a:rPr lang="pt-PT" sz="2400" dirty="0" smtClean="0"/>
              <a:t> para curadoria do itinerário;</a:t>
            </a:r>
          </a:p>
          <a:p>
            <a:pPr marL="10033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pt-PT" sz="2400" dirty="0" smtClean="0"/>
              <a:t>“</a:t>
            </a:r>
            <a:r>
              <a:rPr lang="pt-PT" sz="2400" b="1" dirty="0" smtClean="0">
                <a:solidFill>
                  <a:schemeClr val="accent6">
                    <a:lumMod val="75000"/>
                  </a:schemeClr>
                </a:solidFill>
              </a:rPr>
              <a:t>Canva</a:t>
            </a:r>
            <a:r>
              <a:rPr lang="pt-PT" sz="2400" dirty="0" smtClean="0"/>
              <a:t>” para revisão final e gravação de proposta em pdf.</a:t>
            </a:r>
          </a:p>
          <a:p>
            <a:pPr marL="542925">
              <a:buFont typeface="Arial" pitchFamily="34" charset="0"/>
              <a:buChar char="•"/>
              <a:tabLst>
                <a:tab pos="898525" algn="l"/>
              </a:tabLst>
            </a:pPr>
            <a:endParaRPr lang="pt-PT" sz="2400" dirty="0" smtClean="0"/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1B724B6B-7B62-FA78-929D-161B459BE043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55833"/>
            <a:ext cx="11945959" cy="66082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noProof="0" dirty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3.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</a:rPr>
              <a:t>Arquitetura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</a:rPr>
              <a:t>da solução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Montserrat Bold"/>
            </a:endParaRPr>
          </a:p>
        </p:txBody>
      </p:sp>
      <p:grpSp>
        <p:nvGrpSpPr>
          <p:cNvPr id="7" name="Group 20"/>
          <p:cNvGrpSpPr/>
          <p:nvPr/>
        </p:nvGrpSpPr>
        <p:grpSpPr>
          <a:xfrm>
            <a:off x="12496801" y="2069432"/>
            <a:ext cx="4780545" cy="2085474"/>
            <a:chOff x="12568991" y="3104148"/>
            <a:chExt cx="4628147" cy="2109536"/>
          </a:xfrm>
        </p:grpSpPr>
        <p:sp>
          <p:nvSpPr>
            <p:cNvPr id="8" name="Rectangle 7"/>
            <p:cNvSpPr/>
            <p:nvPr/>
          </p:nvSpPr>
          <p:spPr>
            <a:xfrm>
              <a:off x="13635790" y="4491790"/>
              <a:ext cx="2807368" cy="72189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1 – Fontes de informação</a:t>
              </a:r>
              <a:endParaRPr lang="pt-PT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568991" y="3104148"/>
              <a:ext cx="1836820" cy="72189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003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2– Portal</a:t>
              </a:r>
              <a:endParaRPr lang="pt-PT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528759" y="3128210"/>
              <a:ext cx="1668379" cy="73793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3– Canva</a:t>
              </a:r>
              <a:endParaRPr lang="pt-PT" dirty="0"/>
            </a:p>
          </p:txBody>
        </p:sp>
        <p:cxnSp>
          <p:nvCxnSpPr>
            <p:cNvPr id="12" name="Straight Arrow Connector 11"/>
            <p:cNvCxnSpPr>
              <a:stCxn id="9" idx="2"/>
              <a:endCxn id="8" idx="0"/>
            </p:cNvCxnSpPr>
            <p:nvPr/>
          </p:nvCxnSpPr>
          <p:spPr>
            <a:xfrm>
              <a:off x="13487401" y="3826042"/>
              <a:ext cx="1552073" cy="66574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9" idx="3"/>
              <a:endCxn id="11" idx="1"/>
            </p:cNvCxnSpPr>
            <p:nvPr/>
          </p:nvCxnSpPr>
          <p:spPr>
            <a:xfrm>
              <a:off x="14405811" y="3465095"/>
              <a:ext cx="1122948" cy="320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0"/>
              <a:endCxn id="11" idx="2"/>
            </p:cNvCxnSpPr>
            <p:nvPr/>
          </p:nvCxnSpPr>
          <p:spPr>
            <a:xfrm flipV="1">
              <a:off x="15039474" y="3866146"/>
              <a:ext cx="1323475" cy="62564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1F15C021-3ECA-A4FE-3A33-06A2367F016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624883" y="2082843"/>
            <a:ext cx="4003649" cy="37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845473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D9E070-DC67-560E-E427-EE28214A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1B724B6B-7B62-FA78-929D-161B459BE043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16912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4</a:t>
            </a:r>
            <a:r>
              <a:rPr lang="pt-PT" sz="3200" b="1" noProof="0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</a:rPr>
              <a:t>Componentes da solução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Montserrat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1B964D4-2A0E-4516-3EBD-BE02294E34A7}"/>
              </a:ext>
            </a:extLst>
          </p:cNvPr>
          <p:cNvSpPr txBox="1"/>
          <p:nvPr/>
        </p:nvSpPr>
        <p:spPr>
          <a:xfrm>
            <a:off x="1800000" y="1800000"/>
            <a:ext cx="16020000" cy="784830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pt-PT" sz="2400" b="1" dirty="0" smtClean="0">
                <a:solidFill>
                  <a:schemeClr val="bg2">
                    <a:lumMod val="49000"/>
                  </a:schemeClr>
                </a:solidFill>
              </a:rPr>
              <a:t>1. Fontes de Informação</a:t>
            </a:r>
            <a:endParaRPr lang="pt-PT" sz="2400" b="1" dirty="0">
              <a:solidFill>
                <a:schemeClr val="bg2">
                  <a:lumMod val="49000"/>
                </a:schemeClr>
              </a:solidFill>
            </a:endParaRPr>
          </a:p>
          <a:p>
            <a:pPr lvl="0"/>
            <a:endParaRPr lang="pt-PT" sz="2400" b="1" dirty="0" smtClean="0"/>
          </a:p>
          <a:p>
            <a:pPr marL="352425" lvl="0"/>
            <a:r>
              <a:rPr lang="pt-PT" sz="2400" b="1" dirty="0" smtClean="0"/>
              <a:t>1.1. Input’s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Catálogo de atrações turísticas;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Catálogo de eventos;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Catálogo de restaurantes;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Catálogo de museus e monumentos;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Propostas/orçamentos anteriores;</a:t>
            </a:r>
          </a:p>
          <a:p>
            <a:pPr marL="546100" lvl="0">
              <a:buFont typeface="Arial" pitchFamily="34" charset="0"/>
              <a:buChar char="•"/>
              <a:tabLst>
                <a:tab pos="898525" algn="l"/>
              </a:tabLst>
            </a:pPr>
            <a:endParaRPr lang="pt-PT" sz="2400" dirty="0" smtClean="0"/>
          </a:p>
          <a:p>
            <a:pPr marL="546100">
              <a:buFont typeface="Arial" pitchFamily="34" charset="0"/>
              <a:buChar char="•"/>
              <a:tabLst>
                <a:tab pos="898525" algn="l"/>
              </a:tabLst>
            </a:pPr>
            <a:r>
              <a:rPr lang="pt-PT" sz="2400" dirty="0" smtClean="0">
                <a:solidFill>
                  <a:srgbClr val="FF0000"/>
                </a:solidFill>
              </a:rPr>
              <a:t>	Pedido do Cliente - Formulário Google 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52425"/>
            <a:r>
              <a:rPr lang="en-US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1.2 </a:t>
            </a:r>
            <a:r>
              <a:rPr lang="en-US" sz="24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Preparação</a:t>
            </a:r>
            <a:r>
              <a:rPr lang="en-US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e </a:t>
            </a:r>
            <a:r>
              <a:rPr lang="en-US" sz="24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Ingestão</a:t>
            </a:r>
            <a:r>
              <a:rPr lang="en-US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dos </a:t>
            </a:r>
            <a:r>
              <a:rPr lang="en-US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dados</a:t>
            </a:r>
            <a:endParaRPr lang="en-US" sz="24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898525"/>
            <a:r>
              <a:rPr lang="en-US" sz="24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Inicial</a:t>
            </a:r>
            <a:endParaRPr lang="en-US" sz="24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250950" lvl="3" fontAlgn="base">
              <a:buFont typeface="Arial" pitchFamily="34" charset="0"/>
              <a:buChar char="•"/>
              <a:tabLst>
                <a:tab pos="1620838" algn="l"/>
              </a:tabLst>
            </a:pPr>
            <a:r>
              <a:rPr lang="en-US" sz="2400" dirty="0" smtClean="0"/>
              <a:t>	</a:t>
            </a:r>
            <a:r>
              <a:rPr lang="en-US" sz="2400" dirty="0" err="1" smtClean="0"/>
              <a:t>Carregamento</a:t>
            </a:r>
            <a:r>
              <a:rPr lang="en-US" sz="2400" dirty="0" smtClean="0"/>
              <a:t> com </a:t>
            </a:r>
            <a:r>
              <a:rPr lang="en-US" sz="2400" dirty="0" err="1" smtClean="0"/>
              <a:t>normalização</a:t>
            </a:r>
            <a:r>
              <a:rPr lang="en-US" sz="2400" dirty="0" smtClean="0"/>
              <a:t> </a:t>
            </a:r>
            <a:r>
              <a:rPr lang="en-US" sz="2400" dirty="0" err="1" smtClean="0"/>
              <a:t>previa</a:t>
            </a:r>
            <a:r>
              <a:rPr lang="en-US" sz="2400" dirty="0" smtClean="0"/>
              <a:t> de </a:t>
            </a:r>
            <a:r>
              <a:rPr lang="en-US" sz="2400" dirty="0" err="1" smtClean="0"/>
              <a:t>xlsx</a:t>
            </a:r>
            <a:r>
              <a:rPr lang="en-US" sz="2400" dirty="0" smtClean="0"/>
              <a:t>, </a:t>
            </a:r>
            <a:r>
              <a:rPr lang="en-US" sz="2400" dirty="0" err="1" smtClean="0"/>
              <a:t>pdf's</a:t>
            </a:r>
            <a:r>
              <a:rPr lang="en-US" sz="2400" dirty="0" smtClean="0"/>
              <a:t>, email's</a:t>
            </a:r>
            <a:r>
              <a:rPr lang="en-US" sz="2400" dirty="0" smtClean="0">
                <a:solidFill>
                  <a:srgbClr val="FF0000"/>
                </a:solidFill>
              </a:rPr>
              <a:t> ?</a:t>
            </a:r>
            <a:r>
              <a:rPr lang="en-US" sz="2400" dirty="0" smtClean="0"/>
              <a:t> </a:t>
            </a:r>
            <a:r>
              <a:rPr lang="en-US" sz="2400" dirty="0" smtClean="0"/>
              <a:t>;</a:t>
            </a:r>
            <a:endParaRPr lang="en-US" sz="2400" dirty="0" smtClean="0"/>
          </a:p>
          <a:p>
            <a:pPr marL="1250950" lvl="3" fontAlgn="base">
              <a:buFont typeface="Arial" pitchFamily="34" charset="0"/>
              <a:buChar char="•"/>
              <a:tabLst>
                <a:tab pos="1620838" algn="l"/>
              </a:tabLst>
            </a:pPr>
            <a:r>
              <a:rPr lang="en-US" sz="2400" dirty="0" smtClean="0"/>
              <a:t>	</a:t>
            </a:r>
            <a:r>
              <a:rPr lang="en-US" sz="2400" dirty="0" err="1" smtClean="0"/>
              <a:t>Ficheiros</a:t>
            </a:r>
            <a:r>
              <a:rPr lang="en-US" sz="2400" dirty="0" smtClean="0"/>
              <a:t> </a:t>
            </a:r>
            <a:r>
              <a:rPr lang="en-US" sz="2400" dirty="0" err="1" smtClean="0"/>
              <a:t>gravados</a:t>
            </a:r>
            <a:r>
              <a:rPr lang="en-US" sz="2400" dirty="0" smtClean="0"/>
              <a:t> </a:t>
            </a:r>
            <a:r>
              <a:rPr lang="en-US" sz="2400" dirty="0" err="1" smtClean="0"/>
              <a:t>localmente</a:t>
            </a:r>
            <a:r>
              <a:rPr lang="en-US" sz="2400" dirty="0" smtClean="0"/>
              <a:t> - w</a:t>
            </a:r>
            <a:r>
              <a:rPr lang="pt-PT" sz="2400" dirty="0" smtClean="0"/>
              <a:t>arehouse </a:t>
            </a:r>
            <a:r>
              <a:rPr lang="pt-PT" sz="2400" dirty="0" smtClean="0"/>
              <a:t>e </a:t>
            </a:r>
            <a:r>
              <a:rPr lang="pt-PT" sz="2400" dirty="0" smtClean="0"/>
              <a:t>base </a:t>
            </a:r>
            <a:r>
              <a:rPr lang="pt-PT" sz="2400" dirty="0" smtClean="0"/>
              <a:t>dados </a:t>
            </a:r>
          </a:p>
          <a:p>
            <a:pPr marL="1250950" lvl="3" fontAlgn="base">
              <a:buFont typeface="Arial" pitchFamily="34" charset="0"/>
              <a:buChar char="•"/>
              <a:tabLst>
                <a:tab pos="1620838" algn="l"/>
              </a:tabLst>
            </a:pPr>
            <a:r>
              <a:rPr lang="en-US" sz="2400" dirty="0" smtClean="0"/>
              <a:t>	</a:t>
            </a:r>
            <a:r>
              <a:rPr lang="en-US" sz="2400" dirty="0" err="1" smtClean="0"/>
              <a:t>Monitorização</a:t>
            </a:r>
            <a:r>
              <a:rPr lang="en-US" sz="2400" dirty="0" smtClean="0"/>
              <a:t> </a:t>
            </a:r>
            <a:r>
              <a:rPr lang="en-US" sz="2400" dirty="0" smtClean="0"/>
              <a:t>(via Portal) </a:t>
            </a:r>
            <a:r>
              <a:rPr lang="en-US" sz="2400" dirty="0" err="1" smtClean="0"/>
              <a:t>da</a:t>
            </a:r>
            <a:r>
              <a:rPr lang="en-US" sz="2400" dirty="0" smtClean="0"/>
              <a:t> </a:t>
            </a:r>
            <a:r>
              <a:rPr lang="en-US" sz="2400" dirty="0" err="1" smtClean="0"/>
              <a:t>qualidade</a:t>
            </a:r>
            <a:r>
              <a:rPr lang="en-US" sz="2400" dirty="0" smtClean="0"/>
              <a:t> dos dados;</a:t>
            </a:r>
          </a:p>
          <a:p>
            <a:pPr marL="898525" lvl="0">
              <a:spcBef>
                <a:spcPts val="1200"/>
              </a:spcBef>
            </a:pPr>
            <a:r>
              <a:rPr lang="pt-PT" sz="2400" b="1" dirty="0" smtClean="0"/>
              <a:t>Actualização</a:t>
            </a:r>
          </a:p>
          <a:p>
            <a:pPr marL="1250950" lvl="3" fontAlgn="base">
              <a:buFont typeface="Arial" pitchFamily="34" charset="0"/>
              <a:buChar char="•"/>
              <a:tabLst>
                <a:tab pos="1620838" algn="l"/>
              </a:tabLst>
            </a:pPr>
            <a:r>
              <a:rPr lang="en-US" sz="2400" dirty="0" smtClean="0"/>
              <a:t>	Incremental </a:t>
            </a:r>
            <a:r>
              <a:rPr lang="en-US" sz="2400" dirty="0" err="1" smtClean="0"/>
              <a:t>ou</a:t>
            </a:r>
            <a:r>
              <a:rPr lang="en-US" sz="2400" dirty="0" smtClean="0"/>
              <a:t> global ?  </a:t>
            </a:r>
          </a:p>
          <a:p>
            <a:pPr marL="1250950" lvl="4" fontAlgn="base">
              <a:buFont typeface="Arial" pitchFamily="34" charset="0"/>
              <a:buChar char="•"/>
              <a:tabLst>
                <a:tab pos="1620838" algn="l"/>
              </a:tabLst>
            </a:pPr>
            <a:r>
              <a:rPr lang="en-US" sz="2400" dirty="0" smtClean="0"/>
              <a:t>	</a:t>
            </a:r>
            <a:r>
              <a:rPr lang="en-US" sz="2400" dirty="0" err="1" smtClean="0"/>
              <a:t>Atrações</a:t>
            </a:r>
            <a:r>
              <a:rPr lang="en-US" sz="2400" dirty="0" smtClean="0"/>
              <a:t> </a:t>
            </a:r>
            <a:r>
              <a:rPr lang="en-US" sz="2400" dirty="0" err="1" smtClean="0"/>
              <a:t>turísticas</a:t>
            </a:r>
            <a:r>
              <a:rPr lang="en-US" sz="2400" dirty="0" smtClean="0"/>
              <a:t>, </a:t>
            </a:r>
            <a:r>
              <a:rPr lang="en-US" sz="2400" dirty="0" err="1" smtClean="0"/>
              <a:t>eventos</a:t>
            </a:r>
            <a:r>
              <a:rPr lang="en-US" sz="2400" dirty="0" smtClean="0"/>
              <a:t>, </a:t>
            </a:r>
            <a:r>
              <a:rPr lang="en-US" sz="2400" dirty="0" err="1" smtClean="0"/>
              <a:t>restaurantes</a:t>
            </a:r>
            <a:r>
              <a:rPr lang="en-US" sz="2400" dirty="0" smtClean="0"/>
              <a:t>, … </a:t>
            </a:r>
            <a:endParaRPr lang="pt-PT" sz="2400" dirty="0"/>
          </a:p>
        </p:txBody>
      </p:sp>
      <p:grpSp>
        <p:nvGrpSpPr>
          <p:cNvPr id="9" name="Group 20"/>
          <p:cNvGrpSpPr/>
          <p:nvPr/>
        </p:nvGrpSpPr>
        <p:grpSpPr>
          <a:xfrm>
            <a:off x="12496801" y="2069432"/>
            <a:ext cx="4780545" cy="2085474"/>
            <a:chOff x="12568991" y="3104148"/>
            <a:chExt cx="4628147" cy="2109536"/>
          </a:xfrm>
        </p:grpSpPr>
        <p:sp>
          <p:nvSpPr>
            <p:cNvPr id="11" name="Rectangle 10"/>
            <p:cNvSpPr/>
            <p:nvPr/>
          </p:nvSpPr>
          <p:spPr>
            <a:xfrm>
              <a:off x="13635790" y="4491790"/>
              <a:ext cx="2807368" cy="72189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1 – Fontes de informação</a:t>
              </a:r>
              <a:endParaRPr lang="pt-PT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568991" y="3104148"/>
              <a:ext cx="1836820" cy="72189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003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2– Portal</a:t>
              </a:r>
              <a:endParaRPr lang="pt-PT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528759" y="3128210"/>
              <a:ext cx="1668379" cy="73793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3– Canva</a:t>
              </a:r>
              <a:endParaRPr lang="pt-PT" dirty="0"/>
            </a:p>
          </p:txBody>
        </p:sp>
        <p:cxnSp>
          <p:nvCxnSpPr>
            <p:cNvPr id="14" name="Straight Arrow Connector 13"/>
            <p:cNvCxnSpPr>
              <a:stCxn id="12" idx="2"/>
              <a:endCxn id="11" idx="0"/>
            </p:cNvCxnSpPr>
            <p:nvPr/>
          </p:nvCxnSpPr>
          <p:spPr>
            <a:xfrm>
              <a:off x="13487401" y="3826042"/>
              <a:ext cx="1552073" cy="66574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2" idx="3"/>
              <a:endCxn id="13" idx="1"/>
            </p:cNvCxnSpPr>
            <p:nvPr/>
          </p:nvCxnSpPr>
          <p:spPr>
            <a:xfrm>
              <a:off x="14405811" y="3465095"/>
              <a:ext cx="1122948" cy="320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1" idx="0"/>
              <a:endCxn id="13" idx="2"/>
            </p:cNvCxnSpPr>
            <p:nvPr/>
          </p:nvCxnSpPr>
          <p:spPr>
            <a:xfrm flipV="1">
              <a:off x="15039474" y="3866146"/>
              <a:ext cx="1323475" cy="62564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62C3CF7-60CE-F14D-CD10-E351D2425FB6}"/>
              </a:ext>
            </a:extLst>
          </p:cNvPr>
          <p:cNvSpPr/>
          <p:nvPr/>
        </p:nvSpPr>
        <p:spPr>
          <a:xfrm>
            <a:off x="11930642" y="4405787"/>
            <a:ext cx="5763799" cy="512322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pt-PT" sz="2800" b="1" dirty="0" smtClean="0"/>
              <a:t>Referência Técnica</a:t>
            </a:r>
          </a:p>
          <a:p>
            <a:pPr marL="354013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 Pastas locais de arquivo</a:t>
            </a:r>
          </a:p>
          <a:p>
            <a:pPr marL="723900" lvl="1" indent="-1588">
              <a:spcBef>
                <a:spcPts val="400"/>
              </a:spcBef>
              <a:spcAft>
                <a:spcPts val="400"/>
              </a:spcAft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/data/raw</a:t>
            </a:r>
            <a:endParaRPr lang="pt-PT" dirty="0" smtClean="0">
              <a:ea typeface="Calibri"/>
              <a:cs typeface="Calibri"/>
            </a:endParaRPr>
          </a:p>
          <a:p>
            <a:pPr marL="723900" lvl="2" indent="-1588">
              <a:spcBef>
                <a:spcPts val="400"/>
              </a:spcBef>
              <a:spcAft>
                <a:spcPts val="400"/>
              </a:spcAft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/data/proposals</a:t>
            </a:r>
          </a:p>
          <a:p>
            <a:pPr marL="723900" lvl="2" indent="-1588">
              <a:spcBef>
                <a:spcPts val="400"/>
              </a:spcBef>
              <a:spcAft>
                <a:spcPts val="400"/>
              </a:spcAft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/data/reference/</a:t>
            </a:r>
          </a:p>
          <a:p>
            <a:pPr marL="723900" lvl="2" indent="-1588">
              <a:spcBef>
                <a:spcPts val="400"/>
              </a:spcBef>
              <a:spcAft>
                <a:spcPts val="400"/>
              </a:spcAft>
              <a:tabLst>
                <a:tab pos="1250950" algn="l"/>
              </a:tabLst>
            </a:pPr>
            <a:r>
              <a:rPr lang="pt-PT" dirty="0" smtClean="0">
                <a:solidFill>
                  <a:srgbClr val="FF0000"/>
                </a:solidFill>
                <a:ea typeface="Calibri"/>
                <a:cs typeface="Calibri"/>
              </a:rPr>
              <a:t>/data/portal/</a:t>
            </a:r>
          </a:p>
          <a:p>
            <a:pPr marL="354013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 </a:t>
            </a:r>
            <a:r>
              <a:rPr lang="pt-PT" dirty="0" smtClean="0">
                <a:ea typeface="Calibri"/>
                <a:cs typeface="Calibri"/>
              </a:rPr>
              <a:t>/warehouse </a:t>
            </a:r>
            <a:r>
              <a:rPr lang="pt-PT" dirty="0" smtClean="0">
                <a:ea typeface="Calibri"/>
                <a:cs typeface="Calibri"/>
              </a:rPr>
              <a:t>- repositório da informação ingerida e transformada em formato (json</a:t>
            </a:r>
            <a:r>
              <a:rPr lang="pt-PT" dirty="0" smtClean="0">
                <a:ea typeface="Calibri"/>
                <a:cs typeface="Calibri"/>
              </a:rPr>
              <a:t>) e SQLite;</a:t>
            </a:r>
          </a:p>
          <a:p>
            <a:pPr marL="354013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 Execução </a:t>
            </a:r>
            <a:r>
              <a:rPr lang="pt-PT" dirty="0" smtClean="0">
                <a:ea typeface="Calibri"/>
                <a:cs typeface="Calibri"/>
              </a:rPr>
              <a:t>de Pipeline (</a:t>
            </a:r>
            <a:r>
              <a:rPr lang="pt-PT" dirty="0" smtClean="0">
                <a:solidFill>
                  <a:srgbClr val="FF0000"/>
                </a:solidFill>
                <a:ea typeface="Calibri"/>
                <a:cs typeface="Calibri"/>
              </a:rPr>
              <a:t>fluxo analytics + sources + structured + validation + portal_catalog</a:t>
            </a:r>
            <a:r>
              <a:rPr lang="pt-PT" dirty="0" smtClean="0">
                <a:ea typeface="Calibri"/>
                <a:cs typeface="Calibri"/>
              </a:rPr>
              <a:t> )</a:t>
            </a:r>
          </a:p>
          <a:p>
            <a:pPr lvl="0"/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xmlns="" val="9845473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EECCB9-A59B-859A-867D-43D4F511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05E6E4-D695-B546-93CB-F22138AE4257}"/>
              </a:ext>
            </a:extLst>
          </p:cNvPr>
          <p:cNvSpPr txBox="1"/>
          <p:nvPr/>
        </p:nvSpPr>
        <p:spPr>
          <a:xfrm>
            <a:off x="1799999" y="1799998"/>
            <a:ext cx="16020000" cy="8242359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2. Portal</a:t>
            </a:r>
          </a:p>
          <a:p>
            <a:pPr marL="800100" lvl="0" indent="-457200">
              <a:spcBef>
                <a:spcPts val="400"/>
              </a:spcBef>
              <a:spcAft>
                <a:spcPts val="400"/>
              </a:spcAft>
            </a:pPr>
            <a:r>
              <a:rPr lang="pt-PT" sz="2400" b="1" dirty="0" smtClean="0"/>
              <a:t>Funcionalidades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Dashboard multi-idioma (</a:t>
            </a:r>
            <a:r>
              <a:rPr lang="pt-PT" sz="2400" dirty="0" smtClean="0"/>
              <a:t>5 línguas), repartido por 5 secções: </a:t>
            </a:r>
          </a:p>
          <a:p>
            <a:pPr marL="1617663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876425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Panorama, Explorar oferta, Preços, Histórico, Qualidade;  + Fluxo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Manter as fontes de informação (locais turisticos, gastronomia, eventos);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Curadoria da proposta </a:t>
            </a:r>
            <a:r>
              <a:rPr lang="pt-PT" sz="2400" dirty="0" smtClean="0"/>
              <a:t>de </a:t>
            </a:r>
            <a:r>
              <a:rPr lang="pt-PT" sz="2400" dirty="0" smtClean="0"/>
              <a:t>intinerário, com base em:</a:t>
            </a:r>
          </a:p>
          <a:p>
            <a:pPr marL="1617663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876425" algn="l"/>
              </a:tabLst>
            </a:pPr>
            <a:r>
              <a:rPr lang="pt-PT" sz="2400" dirty="0" smtClean="0"/>
              <a:t>	perfil do cliente</a:t>
            </a:r>
            <a:r>
              <a:rPr lang="pt-PT" sz="2400" dirty="0" smtClean="0"/>
              <a:t>, </a:t>
            </a:r>
            <a:r>
              <a:rPr lang="pt-PT" sz="2400" dirty="0" smtClean="0"/>
              <a:t>interesses, preferências e restrições</a:t>
            </a:r>
            <a:r>
              <a:rPr lang="pt-PT" sz="2400" dirty="0" smtClean="0"/>
              <a:t>;</a:t>
            </a:r>
          </a:p>
          <a:p>
            <a:pPr marL="1617663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  <a:tabLst>
                <a:tab pos="1876425" algn="l"/>
              </a:tabLst>
            </a:pPr>
            <a:r>
              <a:rPr lang="pt-PT" sz="2400" dirty="0" smtClean="0"/>
              <a:t>	fontes de informação locais e web (percurso, previsão meteorológica);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Rever/optimizar </a:t>
            </a:r>
            <a:r>
              <a:rPr lang="pt-PT" sz="2400" dirty="0" smtClean="0"/>
              <a:t>a proposta </a:t>
            </a:r>
            <a:r>
              <a:rPr lang="pt-PT" sz="2400" dirty="0" smtClean="0"/>
              <a:t>criada, com versionamento;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Geração de proposta CLASSIC ( c/ 2 opções  SOFT e SIGNATURE </a:t>
            </a:r>
            <a:r>
              <a:rPr lang="pt-PT" sz="2400" dirty="0" smtClean="0"/>
              <a:t>);</a:t>
            </a:r>
            <a:endParaRPr lang="pt-PT" sz="2400" dirty="0" smtClean="0"/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Exportação da proposta para formato json (para integração no Canva);</a:t>
            </a:r>
            <a:endParaRPr lang="pt-PT" sz="2400" dirty="0" smtClean="0"/>
          </a:p>
          <a:p>
            <a:pPr marL="798513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Consulta </a:t>
            </a:r>
            <a:r>
              <a:rPr lang="pt-PT" sz="2400" dirty="0" smtClean="0"/>
              <a:t>de histórico de propostas</a:t>
            </a:r>
            <a:r>
              <a:rPr lang="pt-PT" sz="2400" dirty="0" smtClean="0"/>
              <a:t>;</a:t>
            </a:r>
          </a:p>
          <a:p>
            <a:pPr marL="798513">
              <a:spcBef>
                <a:spcPts val="400"/>
              </a:spcBef>
              <a:spcAft>
                <a:spcPts val="400"/>
              </a:spcAft>
              <a:tabLst>
                <a:tab pos="1250950" algn="l"/>
              </a:tabLst>
            </a:pPr>
            <a:r>
              <a:rPr lang="pt-PT" sz="2400" dirty="0" smtClean="0"/>
              <a:t>	</a:t>
            </a:r>
            <a:endParaRPr lang="pt-PT" sz="2400" b="1" dirty="0" smtClean="0"/>
          </a:p>
          <a:p>
            <a:pPr marL="800100" lvl="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 startAt="3"/>
            </a:pPr>
            <a:r>
              <a:rPr lang="pt-PT" sz="2800" b="1" dirty="0" smtClean="0">
                <a:solidFill>
                  <a:schemeClr val="bg2">
                    <a:lumMod val="49000"/>
                  </a:schemeClr>
                </a:solidFill>
              </a:rPr>
              <a:t>Canva “BLU”</a:t>
            </a:r>
            <a:endParaRPr lang="pt-PT" sz="2800" b="1" dirty="0" smtClean="0">
              <a:solidFill>
                <a:schemeClr val="bg2">
                  <a:lumMod val="49000"/>
                </a:schemeClr>
              </a:solidFill>
            </a:endParaRPr>
          </a:p>
          <a:p>
            <a:pPr marL="801688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integração do ficheiro (json) com a proposta, formatação do layout estilo “BLU”;</a:t>
            </a:r>
          </a:p>
          <a:p>
            <a:pPr marL="801688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revisão ‘humana’ da proposta;</a:t>
            </a:r>
          </a:p>
          <a:p>
            <a:pPr marL="801688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sz="2400" dirty="0" smtClean="0"/>
              <a:t>	</a:t>
            </a:r>
            <a:r>
              <a:rPr lang="pt-PT" sz="2400" dirty="0" smtClean="0"/>
              <a:t>gravação para pdf.</a:t>
            </a:r>
            <a:endParaRPr lang="pt-PT" sz="2400" dirty="0" smtClean="0"/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xmlns="" id="{87146F85-5F74-267E-759C-43DD22C0AFD0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4.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Componentes da solução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13491412" y="1876926"/>
            <a:ext cx="3753854" cy="1475873"/>
            <a:chOff x="12568991" y="3104148"/>
            <a:chExt cx="4628147" cy="2109536"/>
          </a:xfrm>
        </p:grpSpPr>
        <p:sp>
          <p:nvSpPr>
            <p:cNvPr id="6" name="Rectangle 5"/>
            <p:cNvSpPr/>
            <p:nvPr/>
          </p:nvSpPr>
          <p:spPr>
            <a:xfrm>
              <a:off x="13635790" y="4491790"/>
              <a:ext cx="2807368" cy="72189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1 – Fontes de informação</a:t>
              </a:r>
              <a:endParaRPr lang="pt-PT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568991" y="3104148"/>
              <a:ext cx="1836820" cy="72189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003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2– Portal</a:t>
              </a:r>
              <a:endParaRPr lang="pt-PT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5528759" y="3128210"/>
              <a:ext cx="1668379" cy="73793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 smtClean="0"/>
                <a:t>3– Canva</a:t>
              </a:r>
              <a:endParaRPr lang="pt-PT" dirty="0"/>
            </a:p>
          </p:txBody>
        </p:sp>
        <p:cxnSp>
          <p:nvCxnSpPr>
            <p:cNvPr id="11" name="Straight Arrow Connector 10"/>
            <p:cNvCxnSpPr>
              <a:stCxn id="8" idx="2"/>
              <a:endCxn id="6" idx="0"/>
            </p:cNvCxnSpPr>
            <p:nvPr/>
          </p:nvCxnSpPr>
          <p:spPr>
            <a:xfrm>
              <a:off x="13487401" y="3826042"/>
              <a:ext cx="1552073" cy="66574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3"/>
              <a:endCxn id="9" idx="1"/>
            </p:cNvCxnSpPr>
            <p:nvPr/>
          </p:nvCxnSpPr>
          <p:spPr>
            <a:xfrm>
              <a:off x="14405811" y="3465095"/>
              <a:ext cx="1122948" cy="3208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0"/>
              <a:endCxn id="9" idx="2"/>
            </p:cNvCxnSpPr>
            <p:nvPr/>
          </p:nvCxnSpPr>
          <p:spPr>
            <a:xfrm flipV="1">
              <a:off x="15039474" y="3866146"/>
              <a:ext cx="1323475" cy="62564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62C3CF7-60CE-F14D-CD10-E351D2425FB6}"/>
              </a:ext>
            </a:extLst>
          </p:cNvPr>
          <p:cNvSpPr/>
          <p:nvPr/>
        </p:nvSpPr>
        <p:spPr>
          <a:xfrm>
            <a:off x="12524201" y="4618346"/>
            <a:ext cx="5763799" cy="29054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pt-PT" sz="2800" b="1" dirty="0" smtClean="0"/>
              <a:t>Referência Técnica</a:t>
            </a:r>
          </a:p>
          <a:p>
            <a:pPr marL="34925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546100" algn="l"/>
              </a:tabLst>
            </a:pPr>
            <a:r>
              <a:rPr lang="pt-PT" dirty="0" smtClean="0">
                <a:solidFill>
                  <a:srgbClr val="FF0000"/>
                </a:solidFill>
              </a:rPr>
              <a:t>Assente </a:t>
            </a:r>
            <a:r>
              <a:rPr lang="pt-PT" dirty="0" smtClean="0">
                <a:solidFill>
                  <a:srgbClr val="FF0000"/>
                </a:solidFill>
              </a:rPr>
              <a:t>em framework ?? E Node.js.</a:t>
            </a:r>
          </a:p>
          <a:p>
            <a:pPr marL="34925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</a:pPr>
            <a:r>
              <a:rPr lang="pt-PT" dirty="0" smtClean="0">
                <a:solidFill>
                  <a:srgbClr val="FF0000"/>
                </a:solidFill>
              </a:rPr>
              <a:t>Como </a:t>
            </a:r>
            <a:r>
              <a:rPr lang="pt-PT" dirty="0" smtClean="0">
                <a:solidFill>
                  <a:srgbClr val="FF0000"/>
                </a:solidFill>
              </a:rPr>
              <a:t>se executa, onde </a:t>
            </a:r>
            <a:r>
              <a:rPr lang="pt-PT" dirty="0" smtClean="0">
                <a:solidFill>
                  <a:srgbClr val="FF0000"/>
                </a:solidFill>
              </a:rPr>
              <a:t>corre</a:t>
            </a:r>
          </a:p>
          <a:p>
            <a:pPr marL="34925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</a:pPr>
            <a:r>
              <a:rPr lang="pt-PT" dirty="0" smtClean="0">
                <a:solidFill>
                  <a:srgbClr val="FF0000"/>
                </a:solidFill>
              </a:rPr>
              <a:t>Ligação a API /LLM</a:t>
            </a:r>
          </a:p>
          <a:p>
            <a:pPr marL="349250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</a:pPr>
            <a:r>
              <a:rPr lang="pt-PT" dirty="0" smtClean="0">
                <a:solidFill>
                  <a:srgbClr val="FF0000"/>
                </a:solidFill>
              </a:rPr>
              <a:t>Ligação externa ?</a:t>
            </a:r>
            <a:endParaRPr lang="pt-PT" dirty="0" smtClean="0">
              <a:solidFill>
                <a:srgbClr val="FF0000"/>
              </a:solidFill>
            </a:endParaRPr>
          </a:p>
          <a:p>
            <a:pPr marL="354013" lvl="1" indent="-1588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ü"/>
              <a:tabLst>
                <a:tab pos="1250950" algn="l"/>
              </a:tabLst>
            </a:pPr>
            <a:r>
              <a:rPr lang="pt-PT" dirty="0" smtClean="0">
                <a:ea typeface="Calibri"/>
                <a:cs typeface="Calibri"/>
              </a:rPr>
              <a:t>Em AWS ?</a:t>
            </a:r>
          </a:p>
          <a:p>
            <a:pPr lvl="0"/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xmlns="" val="38051751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15DE97-CABA-51B4-2AE6-79EABC9F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55A000F8-AC59-408C-3FEA-70000B0E9A5D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16912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5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</a:rPr>
              <a:t>Decisões e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</a:rPr>
              <a:t>Tecnologias</a:t>
            </a:r>
            <a:endParaRPr lang="pt-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xmlns="" id="{C94BB1DE-7196-1E1B-9795-D10A33E8B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79352738"/>
              </p:ext>
            </p:extLst>
          </p:nvPr>
        </p:nvGraphicFramePr>
        <p:xfrm>
          <a:off x="4777483" y="5329718"/>
          <a:ext cx="9356801" cy="3047999"/>
        </p:xfrm>
        <a:graphic>
          <a:graphicData uri="http://schemas.openxmlformats.org/drawingml/2006/table">
            <a:tbl>
              <a:tblPr/>
              <a:tblGrid>
                <a:gridCol w="2366010">
                  <a:extLst>
                    <a:ext uri="{9D8B030D-6E8A-4147-A177-3AD203B41FA5}">
                      <a16:colId xmlns:a16="http://schemas.microsoft.com/office/drawing/2014/main" xmlns="" val="2932124528"/>
                    </a:ext>
                  </a:extLst>
                </a:gridCol>
                <a:gridCol w="6990791">
                  <a:extLst>
                    <a:ext uri="{9D8B030D-6E8A-4147-A177-3AD203B41FA5}">
                      <a16:colId xmlns:a16="http://schemas.microsoft.com/office/drawing/2014/main" xmlns="" val="3738555164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 dirty="0"/>
                        <a:t>Decisão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/>
                        <a:t>Objetivo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9328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Docker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Garantir consistência entre desenvolvimento, treino e inferência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002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uv + </a:t>
                      </a:r>
                      <a:r>
                        <a:rPr lang="pt-PT" sz="16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</a:rPr>
                        <a:t>pyproject.toml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Gestão e reprodutibilidade das dependências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83521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MLflow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Tracking de experiências, métricas e artefactos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62952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SageMaker HPO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Otimização dos hiperparâmetros do 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08683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Model Registry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Registo, versionamento e aprovação dos modelos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5927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SageMaker Endpoint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>
                          <a:solidFill>
                            <a:srgbClr val="FF0000"/>
                          </a:solidFill>
                        </a:rPr>
                        <a:t>Disponibilização do modelo para inferência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736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Model Monitor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dirty="0">
                          <a:solidFill>
                            <a:srgbClr val="FF0000"/>
                          </a:solidFill>
                        </a:rPr>
                        <a:t>Monitorização e deteção de alterações nos dados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52405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b="1" dirty="0">
                          <a:solidFill>
                            <a:srgbClr val="FF0000"/>
                          </a:solidFill>
                        </a:rPr>
                        <a:t>Task + Bash</a:t>
                      </a:r>
                      <a:endParaRPr lang="pt-PT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600" dirty="0">
                          <a:solidFill>
                            <a:srgbClr val="FF0000"/>
                          </a:solidFill>
                        </a:rPr>
                        <a:t>Automatização e reprodutibilidade do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85552455"/>
                  </a:ext>
                </a:extLst>
              </a:tr>
            </a:tbl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E084F656-32D4-1042-978A-497A005516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93696344"/>
              </p:ext>
            </p:extLst>
          </p:nvPr>
        </p:nvGraphicFramePr>
        <p:xfrm>
          <a:off x="1303569" y="1789612"/>
          <a:ext cx="15946205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 rot="21066048">
            <a:off x="6641432" y="1106905"/>
            <a:ext cx="3545305" cy="70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 smtClean="0">
                <a:solidFill>
                  <a:srgbClr val="FF0000"/>
                </a:solidFill>
              </a:rPr>
              <a:t>WIP</a:t>
            </a:r>
            <a:endParaRPr lang="pt-P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24309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65E0D5-81A8-37E4-E184-1556A8CF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CB6E9E-CFF2-18B7-75DF-407D6272211E}"/>
              </a:ext>
            </a:extLst>
          </p:cNvPr>
          <p:cNvSpPr txBox="1"/>
          <p:nvPr/>
        </p:nvSpPr>
        <p:spPr>
          <a:xfrm>
            <a:off x="1800000" y="1800000"/>
            <a:ext cx="15840000" cy="16404491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Componentes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/>
              <a:t>data/	fontes locais que representam o futuro </a:t>
            </a:r>
            <a:r>
              <a:rPr lang="pt-PT" sz="2000" dirty="0" err="1"/>
              <a:t>bucket</a:t>
            </a:r>
            <a:r>
              <a:rPr lang="pt-PT" sz="2000" dirty="0"/>
              <a:t> de entrada.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etl</a:t>
            </a:r>
            <a:r>
              <a:rPr lang="pt-PT" sz="2000" dirty="0"/>
              <a:t>/	ingestão, validação e publicação do </a:t>
            </a:r>
            <a:r>
              <a:rPr lang="pt-PT" sz="2000" dirty="0" err="1"/>
              <a:t>warehouse</a:t>
            </a:r>
            <a:r>
              <a:rPr lang="pt-PT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warehouse</a:t>
            </a:r>
            <a:r>
              <a:rPr lang="pt-PT" sz="2000" dirty="0"/>
              <a:t>/	artefactos gerados consumidos pelo </a:t>
            </a:r>
            <a:r>
              <a:rPr lang="pt-PT" sz="2000" dirty="0" err="1"/>
              <a:t>dashboard</a:t>
            </a:r>
            <a:r>
              <a:rPr lang="pt-PT" sz="2000" dirty="0"/>
              <a:t> e pelo portal.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dashboard</a:t>
            </a:r>
            <a:r>
              <a:rPr lang="pt-PT" sz="2000" dirty="0"/>
              <a:t>/	</a:t>
            </a:r>
            <a:r>
              <a:rPr lang="pt-PT" sz="2000" dirty="0" err="1"/>
              <a:t>dashboard</a:t>
            </a:r>
            <a:r>
              <a:rPr lang="pt-PT" sz="2000" dirty="0"/>
              <a:t> analítico </a:t>
            </a:r>
            <a:r>
              <a:rPr lang="pt-PT" sz="2000" dirty="0" err="1"/>
              <a:t>Streamlit</a:t>
            </a:r>
            <a:r>
              <a:rPr lang="pt-PT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dmc-workspace</a:t>
            </a:r>
            <a:r>
              <a:rPr lang="pt-PT" sz="2000" dirty="0"/>
              <a:t>/	portal operacional Next.js para briefing, catálogo e propostas.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translations</a:t>
            </a:r>
            <a:r>
              <a:rPr lang="pt-PT" sz="2000" dirty="0"/>
              <a:t>/	tradução local dos conteúdos exportados.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048000" algn="l"/>
              </a:tabLst>
            </a:pPr>
            <a:r>
              <a:rPr lang="pt-PT" sz="2000" dirty="0" err="1"/>
              <a:t>exports</a:t>
            </a:r>
            <a:r>
              <a:rPr lang="pt-PT" sz="2000" dirty="0"/>
              <a:t>/</a:t>
            </a:r>
            <a:r>
              <a:rPr lang="pt-PT" sz="2000" dirty="0" err="1"/>
              <a:t>itineraries</a:t>
            </a:r>
            <a:r>
              <a:rPr lang="pt-PT" sz="2000" dirty="0"/>
              <a:t>/	histórico local de versões e </a:t>
            </a:r>
            <a:r>
              <a:rPr lang="pt-PT" sz="2000" dirty="0" err="1"/>
              <a:t>PDFs</a:t>
            </a:r>
            <a:r>
              <a:rPr lang="pt-PT" sz="2000" dirty="0"/>
              <a:t>, fora do </a:t>
            </a:r>
            <a:r>
              <a:rPr lang="pt-PT" sz="2000" dirty="0" err="1"/>
              <a:t>Git</a:t>
            </a:r>
            <a:r>
              <a:rPr lang="pt-PT" sz="2000" dirty="0"/>
              <a:t>.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Stack</a:t>
            </a:r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 técnica</a:t>
            </a:r>
          </a:p>
          <a:p>
            <a:pPr marL="711200" indent="-342900">
              <a:buFont typeface="Arial" panose="020B0604020202020204" pitchFamily="34" charset="0"/>
              <a:buChar char="•"/>
              <a:tabLst>
                <a:tab pos="3589338" algn="l"/>
              </a:tabLst>
            </a:pPr>
            <a:r>
              <a:rPr lang="pt-PT" sz="2000" dirty="0" err="1"/>
              <a:t>Python</a:t>
            </a:r>
            <a:r>
              <a:rPr lang="pt-PT" sz="2000" dirty="0"/>
              <a:t> 3.12/3.13	bibliotecas padrão, sem </a:t>
            </a:r>
            <a:r>
              <a:rPr lang="pt-PT" sz="2000" dirty="0" err="1"/>
              <a:t>frameworks</a:t>
            </a:r>
            <a:r>
              <a:rPr lang="pt-PT" sz="2000" dirty="0"/>
              <a:t> extra;</a:t>
            </a:r>
          </a:p>
          <a:p>
            <a:pPr marL="711200" indent="-342900">
              <a:buFont typeface="Arial" panose="020B0604020202020204" pitchFamily="34" charset="0"/>
              <a:buChar char="•"/>
              <a:tabLst>
                <a:tab pos="3589338" algn="l"/>
              </a:tabLst>
            </a:pPr>
            <a:r>
              <a:rPr lang="pt-PT" sz="2000" dirty="0" err="1"/>
              <a:t>uv</a:t>
            </a:r>
            <a:r>
              <a:rPr lang="pt-PT" sz="2000" dirty="0"/>
              <a:t>	Gestão de dependências (`</a:t>
            </a:r>
            <a:r>
              <a:rPr lang="pt-PT" sz="2000" dirty="0" err="1"/>
              <a:t>pyproject.toml</a:t>
            </a:r>
            <a:r>
              <a:rPr lang="pt-PT" sz="2000" dirty="0"/>
              <a:t>`, `</a:t>
            </a:r>
            <a:r>
              <a:rPr lang="pt-PT" sz="2000" dirty="0" err="1"/>
              <a:t>package.json</a:t>
            </a:r>
            <a:r>
              <a:rPr lang="pt-PT" sz="2000" dirty="0"/>
              <a:t>`, requirements.txt)</a:t>
            </a:r>
          </a:p>
          <a:p>
            <a:pPr marL="711200" indent="-342900">
              <a:buFont typeface="Arial" panose="020B0604020202020204" pitchFamily="34" charset="0"/>
              <a:buChar char="•"/>
              <a:tabLst>
                <a:tab pos="3589338" algn="l"/>
              </a:tabLst>
            </a:pPr>
            <a:r>
              <a:rPr lang="pt-PT" sz="2000" dirty="0"/>
              <a:t>Node.js &gt;=22.13 e &lt;25	portal Next.js;</a:t>
            </a:r>
          </a:p>
          <a:p>
            <a:pPr marL="711200" indent="-342900">
              <a:buFont typeface="Arial" panose="020B0604020202020204" pitchFamily="34" charset="0"/>
              <a:buChar char="•"/>
              <a:tabLst>
                <a:tab pos="3589338" algn="l"/>
              </a:tabLst>
            </a:pPr>
            <a:r>
              <a:rPr lang="pt-PT" sz="2000" dirty="0"/>
              <a:t>Agente de </a:t>
            </a:r>
            <a:r>
              <a:rPr lang="pt-PT" sz="2000" dirty="0">
                <a:highlight>
                  <a:srgbClr val="FFFF00"/>
                </a:highlight>
              </a:rPr>
              <a:t>IA opcional</a:t>
            </a:r>
            <a:r>
              <a:rPr lang="pt-PT" sz="2000" dirty="0"/>
              <a:t>	</a:t>
            </a:r>
            <a:r>
              <a:rPr lang="pt-PT" sz="2000" dirty="0" err="1"/>
              <a:t>LangChain</a:t>
            </a:r>
            <a:r>
              <a:rPr lang="pt-PT" sz="2000" dirty="0"/>
              <a:t> / </a:t>
            </a:r>
            <a:r>
              <a:rPr lang="pt-PT" sz="2000" dirty="0" err="1"/>
              <a:t>Bedrock</a:t>
            </a:r>
            <a:r>
              <a:rPr lang="pt-PT" sz="2000" dirty="0"/>
              <a:t>, porta </a:t>
            </a:r>
            <a:r>
              <a:rPr lang="pt-PT" sz="2000" dirty="0">
                <a:highlight>
                  <a:srgbClr val="FFFF00"/>
                </a:highlight>
              </a:rPr>
              <a:t>8000</a:t>
            </a:r>
            <a:r>
              <a:rPr lang="pt-PT" sz="2000" dirty="0"/>
              <a:t>);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Observatório de dados BLU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Dashboard reorganizado em **5 páginas**: Panorama, Explorar oferta, Preços, Histórico, Qualidade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Identidade visual escura, tipografia editorial, gráficos legíveis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Pesquisa, filtros, fichas e **distribuição geográfica** do catálogo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Comparação de preços por categoria/unidade/natureza comercial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Distinção entre **integridade, preenchimento e confirmação**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Mapa com contornos Natural </a:t>
            </a:r>
            <a:r>
              <a:rPr lang="pt-PT" sz="2000" dirty="0" err="1"/>
              <a:t>Earth</a:t>
            </a:r>
            <a:r>
              <a:rPr lang="pt-PT" sz="2000" dirty="0"/>
              <a:t> (sem mosaicos externos)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**Só de leitura** — sem alteração das fontes, catálogo ou Warehouse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catálogo para **criar, rever, </a:t>
            </a:r>
            <a:r>
              <a:rPr lang="pt-PT" sz="2000" dirty="0" err="1"/>
              <a:t>versionar</a:t>
            </a:r>
            <a:r>
              <a:rPr lang="pt-PT" sz="2000" dirty="0"/>
              <a:t> e exportar propostas de itinerário** no DMC </a:t>
            </a:r>
            <a:r>
              <a:rPr lang="pt-PT" sz="2000" dirty="0" err="1"/>
              <a:t>Workspace</a:t>
            </a:r>
            <a:r>
              <a:rPr lang="pt-PT" sz="2000" dirty="0"/>
              <a:t>.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fontes locais → </a:t>
            </a:r>
            <a:r>
              <a:rPr lang="pt-PT" sz="2000" dirty="0" err="1"/>
              <a:t>warehouse</a:t>
            </a:r>
            <a:r>
              <a:rPr lang="pt-PT" sz="2000" dirty="0"/>
              <a:t> validado → catálogo → propostas </a:t>
            </a:r>
            <a:r>
              <a:rPr lang="pt-PT" sz="2000" dirty="0" err="1"/>
              <a:t>versionadas</a:t>
            </a:r>
            <a:r>
              <a:rPr lang="pt-PT" sz="2000" dirty="0"/>
              <a:t> e exportáveis.</a:t>
            </a:r>
          </a:p>
          <a:p>
            <a:endParaRPr lang="pt-PT" sz="2000" dirty="0"/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Migração incremental HTML/</a:t>
            </a:r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Python</a:t>
            </a:r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Leitura, pesquisa e enriquecimento das fontes centralizado em </a:t>
            </a:r>
            <a:r>
              <a:rPr lang="pt-PT" sz="2000" dirty="0" err="1"/>
              <a:t>Python</a:t>
            </a:r>
            <a:r>
              <a:rPr lang="pt-PT" sz="2000" dirty="0"/>
              <a:t>;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Explorador, meteorologia e downloads migrados para **formulários HTML no servidor**;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Composição TXT/</a:t>
            </a:r>
            <a:r>
              <a:rPr lang="pt-PT" sz="2000" dirty="0" err="1"/>
              <a:t>Canva</a:t>
            </a:r>
            <a:r>
              <a:rPr lang="pt-PT" sz="2000" dirty="0"/>
              <a:t> migrada para </a:t>
            </a:r>
            <a:r>
              <a:rPr lang="pt-PT" sz="2000" dirty="0" err="1"/>
              <a:t>Python</a:t>
            </a:r>
            <a:r>
              <a:rPr lang="pt-PT" sz="2000" dirty="0"/>
              <a:t> com regras de domínio partilhadas;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Navegação sem JavaScript, em 6 idiomas, 360/1440 </a:t>
            </a:r>
            <a:r>
              <a:rPr lang="pt-PT" sz="2000" dirty="0" err="1"/>
              <a:t>px</a:t>
            </a:r>
            <a:r>
              <a:rPr lang="pt-PT" sz="2000" dirty="0"/>
              <a:t>.</a:t>
            </a:r>
          </a:p>
          <a:p>
            <a:endParaRPr lang="pt-PT" sz="2000" dirty="0"/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Catálogo e histórico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Catálogo de dados gravado em **</a:t>
            </a:r>
            <a:r>
              <a:rPr lang="pt-PT" sz="2000" dirty="0" err="1"/>
              <a:t>SQLite</a:t>
            </a:r>
            <a:r>
              <a:rPr lang="pt-PT" sz="2000" dirty="0"/>
              <a:t> </a:t>
            </a:r>
            <a:r>
              <a:rPr lang="pt-PT" sz="2000" dirty="0" err="1"/>
              <a:t>Python</a:t>
            </a:r>
            <a:r>
              <a:rPr lang="pt-PT" sz="2000" dirty="0"/>
              <a:t>** 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APIs</a:t>
            </a:r>
            <a:r>
              <a:rPr lang="pt-PT" sz="2000" dirty="0"/>
              <a:t> assíncronas, </a:t>
            </a:r>
            <a:r>
              <a:rPr lang="pt-PT" sz="2000" dirty="0">
                <a:highlight>
                  <a:srgbClr val="FFFF00"/>
                </a:highlight>
              </a:rPr>
              <a:t>conflitos validados, 267 identificadores equivalentes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Publicação e leitura do catálogo elegível </a:t>
            </a:r>
            <a:r>
              <a:rPr lang="pt-PT" sz="2000" dirty="0">
                <a:highlight>
                  <a:srgbClr val="FFFF00"/>
                </a:highlight>
              </a:rPr>
              <a:t>centralizadas em </a:t>
            </a:r>
            <a:r>
              <a:rPr lang="pt-PT" sz="2000" dirty="0" err="1">
                <a:highlight>
                  <a:srgbClr val="FFFF00"/>
                </a:highlight>
              </a:rPr>
              <a:t>Python</a:t>
            </a:r>
            <a:endParaRPr lang="pt-PT" sz="2000" dirty="0">
              <a:highlight>
                <a:srgbClr val="FFFF00"/>
              </a:highlight>
            </a:endParaRPr>
          </a:p>
          <a:p>
            <a:endParaRPr lang="pt-PT" sz="2000" dirty="0"/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Testes de </a:t>
            </a:r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quaidade</a:t>
            </a:r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 e consolidação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strike="sngStrike" dirty="0"/>
              <a:t>Removidos adaptadores e operações sem consumidores de produção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Testes consolidados (Node + </a:t>
            </a:r>
            <a:r>
              <a:rPr lang="pt-PT" sz="2000" dirty="0" err="1"/>
              <a:t>Python</a:t>
            </a:r>
            <a:r>
              <a:rPr lang="pt-PT" sz="2000" dirty="0"/>
              <a:t>) </a:t>
            </a:r>
            <a:r>
              <a:rPr lang="pt-PT" sz="2000" dirty="0">
                <a:highlight>
                  <a:srgbClr val="FFFF00"/>
                </a:highlight>
              </a:rPr>
              <a:t>sem cobertura duplicada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7 ficheiros auxiliares </a:t>
            </a:r>
            <a:r>
              <a:rPr lang="pt-PT" sz="2000" dirty="0" err="1"/>
              <a:t>consolodados</a:t>
            </a:r>
            <a:r>
              <a:rPr lang="pt-PT" sz="2000" dirty="0"/>
              <a:t> em 3, </a:t>
            </a:r>
            <a:r>
              <a:rPr lang="pt-PT" sz="2000" dirty="0">
                <a:highlight>
                  <a:srgbClr val="FFFF00"/>
                </a:highlight>
              </a:rPr>
              <a:t>mantendo </a:t>
            </a:r>
            <a:r>
              <a:rPr lang="pt-PT" sz="2000" dirty="0" err="1">
                <a:highlight>
                  <a:srgbClr val="FFFF00"/>
                </a:highlight>
              </a:rPr>
              <a:t>exports</a:t>
            </a:r>
            <a:r>
              <a:rPr lang="pt-PT" sz="2000" dirty="0">
                <a:highlight>
                  <a:srgbClr val="FFFF00"/>
                </a:highlight>
              </a:rPr>
              <a:t> públicos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Dependências </a:t>
            </a:r>
            <a:r>
              <a:rPr lang="pt-PT" sz="2000" dirty="0">
                <a:highlight>
                  <a:srgbClr val="FFFF00"/>
                </a:highlight>
              </a:rPr>
              <a:t>experimentais removidas; grupos ativos opcionais explícitos</a:t>
            </a: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Qualidade e acessibilidade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Formulários com rótulos associados, `</a:t>
            </a:r>
            <a:r>
              <a:rPr lang="pt-PT" sz="2000" dirty="0" err="1"/>
              <a:t>fieldset</a:t>
            </a:r>
            <a:r>
              <a:rPr lang="pt-PT" sz="2000" dirty="0"/>
              <a:t>/</a:t>
            </a:r>
            <a:r>
              <a:rPr lang="pt-PT" sz="2000" dirty="0" err="1"/>
              <a:t>legend</a:t>
            </a:r>
            <a:r>
              <a:rPr lang="pt-PT" sz="2000" dirty="0"/>
              <a:t>`, nome acessível na pesquisa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Consola de desenvolvimento no </a:t>
            </a:r>
            <a:r>
              <a:rPr lang="pt-PT" sz="2000" dirty="0" err="1"/>
              <a:t>SageMaker</a:t>
            </a:r>
            <a:r>
              <a:rPr lang="pt-PT" sz="2000" dirty="0"/>
              <a:t> </a:t>
            </a:r>
            <a:r>
              <a:rPr lang="pt-PT" sz="2000" dirty="0">
                <a:highlight>
                  <a:srgbClr val="FFFF00"/>
                </a:highlight>
              </a:rPr>
              <a:t>corrigida </a:t>
            </a:r>
            <a:r>
              <a:rPr lang="pt-PT" sz="2000" dirty="0"/>
              <a:t>(prefixo de </a:t>
            </a:r>
            <a:r>
              <a:rPr lang="pt-PT" sz="2000" dirty="0" err="1"/>
              <a:t>URLs</a:t>
            </a:r>
            <a:r>
              <a:rPr lang="pt-PT" sz="2000" dirty="0"/>
              <a:t> e </a:t>
            </a:r>
            <a:r>
              <a:rPr lang="pt-PT" sz="2000" dirty="0" err="1"/>
              <a:t>stack</a:t>
            </a:r>
            <a:r>
              <a:rPr lang="pt-PT" sz="2000" dirty="0"/>
              <a:t> </a:t>
            </a:r>
            <a:r>
              <a:rPr lang="pt-PT" sz="2000" dirty="0" err="1"/>
              <a:t>frames</a:t>
            </a:r>
            <a:r>
              <a:rPr lang="pt-PT" sz="2000" dirty="0"/>
              <a:t>)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~100 testes Node + 44 </a:t>
            </a:r>
            <a:r>
              <a:rPr lang="pt-PT" sz="2000" dirty="0" err="1"/>
              <a:t>Python</a:t>
            </a:r>
            <a:r>
              <a:rPr lang="pt-PT" sz="2000" dirty="0"/>
              <a:t> + testes de tradução, </a:t>
            </a:r>
            <a:r>
              <a:rPr lang="pt-PT" sz="2000" dirty="0" err="1"/>
              <a:t>build</a:t>
            </a:r>
            <a:r>
              <a:rPr lang="pt-PT" sz="2000" dirty="0"/>
              <a:t> e integração aprovados</a:t>
            </a: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Testes de conformidade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**~100 testes Node** aprovados (1 ignorado)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**44 testes </a:t>
            </a:r>
            <a:r>
              <a:rPr lang="pt-PT" sz="2000" dirty="0" err="1"/>
              <a:t>Python</a:t>
            </a:r>
            <a:r>
              <a:rPr lang="pt-PT" sz="2000" dirty="0"/>
              <a:t>** aprovados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**</a:t>
            </a:r>
            <a:r>
              <a:rPr lang="pt-PT" sz="2000" dirty="0" err="1"/>
              <a:t>Build</a:t>
            </a:r>
            <a:r>
              <a:rPr lang="pt-PT" sz="2000" dirty="0"/>
              <a:t>** e integração **catálogo/ETL** aprovados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Navegação validada em **6 idiomas**, </a:t>
            </a:r>
            <a:r>
              <a:rPr lang="pt-PT" sz="2000" dirty="0">
                <a:highlight>
                  <a:srgbClr val="FFFF00"/>
                </a:highlight>
              </a:rPr>
              <a:t>duas larguras</a:t>
            </a:r>
            <a:r>
              <a:rPr lang="pt-PT" sz="2000" dirty="0"/>
              <a:t>, com e sem JavaScript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pt-PT" sz="2000" dirty="0"/>
              <a:t>24 exportações TXT comparadas **byte a byte** </a:t>
            </a:r>
            <a:r>
              <a:rPr lang="pt-PT" sz="2000" dirty="0">
                <a:highlight>
                  <a:srgbClr val="FFFF00"/>
                </a:highlight>
              </a:rPr>
              <a:t>com a versão anterior</a:t>
            </a:r>
          </a:p>
          <a:p>
            <a:endParaRPr lang="pt-PT" sz="2000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xmlns="" id="{87AFEEB8-EFCF-432A-0632-B88848EDF84C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Informação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Técnica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176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908BFB-3B2A-B66D-BF49-C43524EF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7565407E-117B-E3E9-0429-B1E7B0526326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16912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6</a:t>
            </a:r>
            <a:r>
              <a:rPr lang="pt-PT" sz="3200" b="1" noProof="0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</a:rPr>
              <a:t>Resultados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49053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A2EF9D-CA25-9E7C-9DED-5225A443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E8433FF-2FD8-F6C9-2278-C4E3DE2A7FC3}"/>
              </a:ext>
            </a:extLst>
          </p:cNvPr>
          <p:cNvSpPr txBox="1"/>
          <p:nvPr/>
        </p:nvSpPr>
        <p:spPr>
          <a:xfrm>
            <a:off x="1800000" y="1800000"/>
            <a:ext cx="15840000" cy="390876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Componentes</a:t>
            </a:r>
          </a:p>
          <a:p>
            <a:pPr marL="822325" indent="-457200">
              <a:buFont typeface="+mj-lt"/>
              <a:buAutoNum type="arabicPeriod"/>
            </a:pPr>
            <a:r>
              <a:rPr lang="pt-PT" sz="2000" dirty="0"/>
              <a:t>Ingestão de Dados</a:t>
            </a:r>
          </a:p>
          <a:p>
            <a:pPr marL="1279525" lvl="1" indent="-457200">
              <a:buFont typeface="Arial" panose="020B0604020202020204" pitchFamily="34" charset="0"/>
              <a:buChar char="•"/>
            </a:pPr>
            <a:r>
              <a:rPr lang="pt-PT" sz="2000" dirty="0"/>
              <a:t>A</a:t>
            </a:r>
          </a:p>
          <a:p>
            <a:pPr marL="1279525" lvl="1" indent="-457200">
              <a:buFont typeface="Arial" panose="020B0604020202020204" pitchFamily="34" charset="0"/>
              <a:buChar char="•"/>
            </a:pPr>
            <a:r>
              <a:rPr lang="pt-PT" sz="2000" dirty="0"/>
              <a:t>B</a:t>
            </a:r>
          </a:p>
          <a:p>
            <a:pPr marL="1279525" lvl="1" indent="-4572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822325" indent="-457200">
              <a:buFont typeface="+mj-lt"/>
              <a:buAutoNum type="arabicPeriod"/>
            </a:pPr>
            <a:r>
              <a:rPr lang="pt-PT" sz="2000" dirty="0"/>
              <a:t>Portal - Ação de Curadoria</a:t>
            </a:r>
          </a:p>
          <a:p>
            <a:pPr marL="1279525" lvl="1" indent="-457200">
              <a:buFont typeface="Arial" pitchFamily="34" charset="0"/>
              <a:buChar char="•"/>
            </a:pPr>
            <a:r>
              <a:rPr lang="pt-PT" sz="2000" dirty="0"/>
              <a:t>A</a:t>
            </a:r>
          </a:p>
          <a:p>
            <a:pPr marL="1279525" lvl="1" indent="-457200">
              <a:buFont typeface="Arial" pitchFamily="34" charset="0"/>
              <a:buChar char="•"/>
            </a:pPr>
            <a:r>
              <a:rPr lang="pt-PT" sz="2000" dirty="0"/>
              <a:t>B</a:t>
            </a:r>
          </a:p>
          <a:p>
            <a:pPr marL="822325" indent="-457200">
              <a:buFont typeface="+mj-lt"/>
              <a:buAutoNum type="arabicPeriod"/>
            </a:pPr>
            <a:endParaRPr lang="pt-PT" sz="2000" dirty="0" smtClean="0"/>
          </a:p>
          <a:p>
            <a:pPr marL="822325" indent="-457200">
              <a:buFont typeface="+mj-lt"/>
              <a:buAutoNum type="arabicPeriod"/>
            </a:pPr>
            <a:r>
              <a:rPr lang="pt-PT" sz="2000" dirty="0" smtClean="0"/>
              <a:t>Canva</a:t>
            </a:r>
          </a:p>
          <a:p>
            <a:pPr marL="1279525" lvl="1" indent="-457200">
              <a:buFont typeface="Arial" pitchFamily="34" charset="0"/>
              <a:buChar char="•"/>
            </a:pPr>
            <a:r>
              <a:rPr lang="pt-PT" sz="2000" dirty="0" smtClean="0"/>
              <a:t>PDF</a:t>
            </a:r>
            <a:endParaRPr lang="pt-PT" sz="2000" dirty="0"/>
          </a:p>
          <a:p>
            <a:pPr marL="1279525" lvl="1" indent="-457200">
              <a:buFont typeface="+mj-lt"/>
              <a:buAutoNum type="arabicPeriod"/>
            </a:pPr>
            <a:endParaRPr lang="pt-PT" sz="2400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xmlns="" id="{845580E8-524B-013B-025A-DD2BE96E8923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7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Demonstração </a:t>
            </a:r>
            <a:r>
              <a:rPr lang="pt-PT" sz="3200" dirty="0" smtClean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(UseCase BLU)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CAE6B40-0E09-8A35-A97D-1C4AB61CFA9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24955" y="3622449"/>
            <a:ext cx="10658908" cy="549864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0318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8136C0-64F4-E8CA-B5A9-5E5B8EE0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A8AC64-978C-05DC-AB88-60B176C412FF}"/>
              </a:ext>
            </a:extLst>
          </p:cNvPr>
          <p:cNvSpPr txBox="1"/>
          <p:nvPr/>
        </p:nvSpPr>
        <p:spPr>
          <a:xfrm>
            <a:off x="1800000" y="1800000"/>
            <a:ext cx="15840000" cy="8340745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Limites atuais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pt-PT" sz="2000" dirty="0"/>
              <a:t>❌ Sem reservas nem confirmação automática de preços/disponibilidade/acessibilidade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pt-PT" sz="2000" dirty="0"/>
              <a:t>❌ Dados ambíguos ficam **por confirmar**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pt-PT" sz="2000" dirty="0"/>
              <a:t>❌ Armazenamento **local**, sem autenticação ou sincronização multiutilizador</a:t>
            </a:r>
          </a:p>
          <a:p>
            <a:pPr marL="720725" indent="-342900">
              <a:buFontTx/>
              <a:buChar char="-"/>
            </a:pPr>
            <a:r>
              <a:rPr lang="pt-PT" sz="2000" dirty="0"/>
              <a:t>❌ CI do portal ainda não cobre o </a:t>
            </a:r>
            <a:r>
              <a:rPr lang="pt-PT" sz="2000" dirty="0" err="1"/>
              <a:t>frontend</a:t>
            </a:r>
            <a:r>
              <a:rPr lang="pt-PT" sz="2000" dirty="0"/>
              <a:t> (só dados e documentação)</a:t>
            </a:r>
          </a:p>
          <a:p>
            <a:pPr marL="342900" indent="-342900">
              <a:buFontTx/>
              <a:buChar char="-"/>
            </a:pPr>
            <a:endParaRPr lang="pt-PT" sz="24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Agente de IA</a:t>
            </a:r>
          </a:p>
          <a:p>
            <a:pPr marL="717550" indent="-352425">
              <a:buFont typeface="Arial" panose="020B0604020202020204" pitchFamily="34" charset="0"/>
              <a:buChar char="•"/>
            </a:pPr>
            <a:r>
              <a:rPr lang="pt-PT" sz="2000" dirty="0"/>
              <a:t>Definir objetivo, operações autorizadas e critérios de aceitação</a:t>
            </a:r>
          </a:p>
          <a:p>
            <a:pPr marL="717550" indent="-352425">
              <a:buFont typeface="Arial" panose="020B0604020202020204" pitchFamily="34" charset="0"/>
              <a:buChar char="•"/>
            </a:pPr>
            <a:r>
              <a:rPr lang="pt-PT" sz="2000" dirty="0"/>
              <a:t>Esquemas de ações com validação antes de alterar itinerários</a:t>
            </a:r>
          </a:p>
          <a:p>
            <a:pPr marL="717550" indent="-352425">
              <a:buFont typeface="Arial" panose="020B0604020202020204" pitchFamily="34" charset="0"/>
              <a:buChar char="•"/>
            </a:pPr>
            <a:r>
              <a:rPr lang="pt-PT" sz="2000" dirty="0"/>
              <a:t>Confirmação humana, atividades protegidas, versões imutáveis</a:t>
            </a:r>
            <a:endParaRPr lang="pt-PT" sz="2400" dirty="0"/>
          </a:p>
          <a:p>
            <a:endParaRPr lang="pt-PT" sz="2400" dirty="0"/>
          </a:p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Base e qualidade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CI do portal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Automação catálogo → ETL → geração → confirmação → versão → PDF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Gates auditáveis para qualidade e conflitos das fontes</a:t>
            </a:r>
          </a:p>
          <a:p>
            <a:endParaRPr lang="pt-PT" sz="2400" dirty="0"/>
          </a:p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Entrega e recuperação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Rever acesso, consentimento, retenção e revogação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Inspecionar </a:t>
            </a:r>
            <a:r>
              <a:rPr lang="pt-PT" sz="2000" dirty="0" err="1"/>
              <a:t>PDFs</a:t>
            </a:r>
            <a:r>
              <a:rPr lang="pt-PT" sz="2000" dirty="0"/>
              <a:t> nos idiomas suportados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Testar backup e recuperação</a:t>
            </a:r>
          </a:p>
          <a:p>
            <a:endParaRPr lang="pt-PT" sz="2400" dirty="0"/>
          </a:p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Operação </a:t>
            </a:r>
            <a:r>
              <a:rPr lang="pt-PT" sz="2400" b="1" dirty="0" err="1">
                <a:solidFill>
                  <a:schemeClr val="bg2">
                    <a:lumMod val="49000"/>
                  </a:schemeClr>
                </a:solidFill>
              </a:rPr>
              <a:t>multi-utilizador</a:t>
            </a:r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 e </a:t>
            </a:r>
            <a:r>
              <a:rPr lang="pt-PT" sz="2400" b="1" dirty="0" err="1">
                <a:solidFill>
                  <a:schemeClr val="bg2">
                    <a:lumMod val="49000"/>
                  </a:schemeClr>
                </a:solidFill>
              </a:rPr>
              <a:t>cloud</a:t>
            </a:r>
            <a:endParaRPr lang="pt-PT" sz="2400" b="1" dirty="0">
              <a:solidFill>
                <a:schemeClr val="bg2">
                  <a:lumMod val="49000"/>
                </a:schemeClr>
              </a:solidFill>
            </a:endParaRP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Autenticação, papéis, permissões e sincronização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/>
              <a:t>Minimização, retenção e </a:t>
            </a:r>
            <a:r>
              <a:rPr lang="pt-PT" sz="2000" dirty="0" err="1"/>
              <a:t>logs</a:t>
            </a:r>
            <a:r>
              <a:rPr lang="pt-PT" sz="2000" dirty="0"/>
              <a:t> de dados pessoais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Deployment</a:t>
            </a:r>
            <a:r>
              <a:rPr lang="pt-PT" sz="2000" dirty="0"/>
              <a:t>, segredos, região e recuperação operacional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xmlns="" id="{87146F85-5F74-267E-759C-43DD22C0AFD0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8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Sugestões de melhoria 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79192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D6E15F-6302-E666-31E6-6D540E4A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09E6C2C1-641A-BFCB-1771-76834E4B148C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858354"/>
            <a:ext cx="11945959" cy="738664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9</a:t>
            </a:r>
            <a:r>
              <a:rPr lang="pt-PT" sz="3200" b="1" dirty="0" smtClean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Conclusões </a:t>
            </a:r>
            <a:endParaRPr lang="pt" sz="3200" dirty="0">
              <a:solidFill>
                <a:schemeClr val="bg2">
                  <a:lumMod val="25000"/>
                </a:schemeClr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C4F4E7-EB39-4C90-8545-BD3E9F4EEF69}"/>
              </a:ext>
            </a:extLst>
          </p:cNvPr>
          <p:cNvSpPr txBox="1"/>
          <p:nvPr/>
        </p:nvSpPr>
        <p:spPr>
          <a:xfrm>
            <a:off x="1800000" y="1800000"/>
            <a:ext cx="15840000" cy="2577629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2400" b="1" dirty="0">
                <a:solidFill>
                  <a:schemeClr val="bg2">
                    <a:lumMod val="49000"/>
                  </a:schemeClr>
                </a:solidFill>
              </a:rPr>
              <a:t>O que foi desenvolvido:</a:t>
            </a:r>
            <a:endParaRPr lang="en-US" dirty="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marL="360363" lvl="0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  <a:tabLst>
                <a:tab pos="546100" algn="l"/>
              </a:tabLst>
            </a:pPr>
            <a:r>
              <a:rPr lang="pt-PT" sz="2400" dirty="0" smtClean="0"/>
              <a:t>	xxx</a:t>
            </a:r>
          </a:p>
          <a:p>
            <a:pPr marL="360363" lvl="0">
              <a:spcBef>
                <a:spcPts val="300"/>
              </a:spcBef>
              <a:spcAft>
                <a:spcPts val="300"/>
              </a:spcAft>
              <a:tabLst>
                <a:tab pos="546100" algn="l"/>
              </a:tabLst>
            </a:pPr>
            <a:endParaRPr lang="pt-PT" sz="2400" dirty="0" smtClean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pt-PT" sz="2400" b="1" dirty="0" smtClean="0">
                <a:solidFill>
                  <a:schemeClr val="bg2">
                    <a:lumMod val="49000"/>
                  </a:schemeClr>
                </a:solidFill>
              </a:rPr>
              <a:t>Principais contributos/aprendizagens</a:t>
            </a:r>
            <a:endParaRPr lang="pt-PT" sz="2400" b="1" dirty="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marL="360363" lvl="0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  <a:tabLst>
                <a:tab pos="546100" algn="l"/>
              </a:tabLst>
            </a:pPr>
            <a:r>
              <a:rPr lang="pt-PT" sz="2400" dirty="0" smtClean="0"/>
              <a:t>	xxx</a:t>
            </a:r>
            <a:endParaRPr lang="pt-PT" sz="24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352425" defTabSz="722313">
              <a:spcBef>
                <a:spcPts val="300"/>
              </a:spcBef>
              <a:spcAft>
                <a:spcPts val="300"/>
              </a:spcAft>
              <a:buFont typeface="Arial"/>
              <a:buChar char="•"/>
              <a:tabLst>
                <a:tab pos="546100" algn="l"/>
              </a:tabLst>
            </a:pP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xmlns="" val="3283504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63B26C-1E22-B11E-9740-4BC21AAA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xmlns="" id="{9C64F1A9-B735-3C9C-2D87-3DD0D875ACB2}"/>
              </a:ext>
            </a:extLst>
          </p:cNvPr>
          <p:cNvSpPr/>
          <p:nvPr/>
        </p:nvSpPr>
        <p:spPr>
          <a:xfrm>
            <a:off x="2970" y="-9317"/>
            <a:ext cx="6073980" cy="2199523"/>
          </a:xfrm>
          <a:custGeom>
            <a:avLst/>
            <a:gdLst/>
            <a:ahLst/>
            <a:cxnLst/>
            <a:rect l="l" t="t" r="r" b="b"/>
            <a:pathLst>
              <a:path w="5959359" h="2199523">
                <a:moveTo>
                  <a:pt x="0" y="0"/>
                </a:moveTo>
                <a:lnTo>
                  <a:pt x="5959359" y="0"/>
                </a:lnTo>
                <a:lnTo>
                  <a:pt x="5959359" y="2199523"/>
                </a:lnTo>
                <a:lnTo>
                  <a:pt x="0" y="219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10230" b="-123232"/>
            </a:stretch>
          </a:blipFill>
          <a:ln>
            <a:noFill/>
          </a:ln>
        </p:spPr>
        <p:txBody>
          <a:bodyPr/>
          <a:lstStyle/>
          <a:p>
            <a:endParaRPr lang="pt-PT" noProof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25361230-070B-5618-9468-D33A6D027FC9}"/>
              </a:ext>
            </a:extLst>
          </p:cNvPr>
          <p:cNvGrpSpPr/>
          <p:nvPr/>
        </p:nvGrpSpPr>
        <p:grpSpPr>
          <a:xfrm>
            <a:off x="7580520" y="6771532"/>
            <a:ext cx="9296780" cy="1372220"/>
            <a:chOff x="10636176" y="4126564"/>
            <a:chExt cx="7195868" cy="1372220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xmlns="" id="{C2A9F731-CE7E-65F7-7C05-09A18634FB08}"/>
                </a:ext>
              </a:extLst>
            </p:cNvPr>
            <p:cNvSpPr txBox="1">
              <a:spLocks/>
            </p:cNvSpPr>
            <p:nvPr/>
          </p:nvSpPr>
          <p:spPr>
            <a:xfrm>
              <a:off x="10639573" y="4309149"/>
              <a:ext cx="7192471" cy="1079433"/>
            </a:xfrm>
            <a:prstGeom prst="rect">
              <a:avLst/>
            </a:prstGeom>
            <a:noFill/>
          </p:spPr>
          <p:txBody>
            <a:bodyPr lIns="91440" tIns="45720" rIns="91440" bIns="4572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269875" indent="-269875" algn="ctr"/>
              <a:r>
                <a:rPr lang="pt-PT" sz="5400" b="0">
                  <a:solidFill>
                    <a:srgbClr val="E46C0A"/>
                  </a:solidFill>
                  <a:latin typeface="Montserrat Bold"/>
                </a:rPr>
                <a:t>Obrigado !</a:t>
              </a:r>
              <a:endParaRPr lang="en-US" b="0">
                <a:solidFill>
                  <a:srgbClr val="E46C0A"/>
                </a:solidFill>
                <a:ea typeface="Calibri"/>
                <a:cs typeface="Calibri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C3278E73-8315-C7DE-725F-C0F18715F527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176" y="5498784"/>
              <a:ext cx="7164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67AFF2AD-B7C5-F8A3-4BED-D0643200D83A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176" y="4126564"/>
              <a:ext cx="7164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xmlns="" id="{91FD3C16-1AD3-C5C6-93D9-B75E6C4ED380}"/>
              </a:ext>
            </a:extLst>
          </p:cNvPr>
          <p:cNvSpPr txBox="1"/>
          <p:nvPr/>
        </p:nvSpPr>
        <p:spPr>
          <a:xfrm>
            <a:off x="1366075" y="3688625"/>
            <a:ext cx="4719040" cy="126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pt-PT" sz="2200" b="1" noProof="0">
                <a:solidFill>
                  <a:srgbClr val="888599"/>
                </a:solidFill>
                <a:latin typeface="Montserrat Bold"/>
                <a:ea typeface="Montaser Arabic Medium"/>
                <a:cs typeface="Montaser Arabic Medium"/>
                <a:sym typeface="Montaser Arabic Medium"/>
              </a:rPr>
              <a:t>POSTGRADUATION IN APPLIED ARTIFICIAL INTELLIGENCE &amp; MACHINE LEARNING</a:t>
            </a:r>
            <a:endParaRPr lang="pt-PT" sz="2200" b="1" noProof="0">
              <a:solidFill>
                <a:srgbClr val="888599"/>
              </a:solidFill>
              <a:latin typeface="Montserrat Bold"/>
              <a:ea typeface="Montaser Arabic Medium"/>
              <a:cs typeface="Montaser Arabic Medium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C1CB38-5F9C-EFD7-7ABA-87A5C34D8150}"/>
              </a:ext>
            </a:extLst>
          </p:cNvPr>
          <p:cNvSpPr txBox="1">
            <a:spLocks/>
          </p:cNvSpPr>
          <p:nvPr/>
        </p:nvSpPr>
        <p:spPr>
          <a:xfrm>
            <a:off x="1556997" y="5146862"/>
            <a:ext cx="4524975" cy="2984091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.:</a:t>
            </a:r>
            <a:r>
              <a:rPr lang="pt-PT" sz="1800" b="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 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[ </a:t>
            </a:r>
            <a:r>
              <a:rPr lang="pt-PT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Trabalho de Grupo </a:t>
            </a:r>
            <a:r>
              <a:rPr lang="pt-PT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(4)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]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dirty="0">
                <a:solidFill>
                  <a:srgbClr val="000000"/>
                </a:solidFill>
                <a:latin typeface="Montserrat"/>
              </a:rPr>
              <a:t>  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Fernando Carvalheiro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(32993)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dirty="0">
                <a:solidFill>
                  <a:srgbClr val="000000"/>
                </a:solidFill>
                <a:latin typeface="Montserrat"/>
              </a:rPr>
              <a:t>  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Gisela Matos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(32681)</a:t>
            </a:r>
            <a:b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</a:br>
            <a:r>
              <a:rPr lang="pt-PT" sz="1800" b="0" dirty="0">
                <a:solidFill>
                  <a:srgbClr val="000000"/>
                </a:solidFill>
                <a:latin typeface="Montserrat"/>
              </a:rPr>
              <a:t>  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Henrique Reduto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(32959)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b="0" dirty="0">
                <a:solidFill>
                  <a:srgbClr val="000000"/>
                </a:solidFill>
                <a:latin typeface="Montserrat"/>
              </a:rPr>
              <a:t>  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Manuel Amaral (33086)</a:t>
            </a:r>
            <a:endParaRPr lang="en-US" sz="1800" b="0" dirty="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pt-PT" sz="1800" b="0" dirty="0">
                <a:solidFill>
                  <a:srgbClr val="000000"/>
                </a:solidFill>
                <a:latin typeface="Montserrat"/>
              </a:rPr>
              <a:t>  </a:t>
            </a:r>
            <a:r>
              <a:rPr lang="pt-PT" sz="1800" b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Pedro Carreiro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(33075)</a:t>
            </a: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b="0" noProof="0" dirty="0">
                <a:latin typeface="Montserrat" panose="00000500000000000000" pitchFamily="2" charset="0"/>
              </a:rPr>
              <a:t/>
            </a:r>
            <a:br>
              <a:rPr lang="pt-PT" sz="1800" b="0" noProof="0" dirty="0">
                <a:latin typeface="Montserrat" panose="00000500000000000000" pitchFamily="2" charset="0"/>
              </a:rPr>
            </a:br>
            <a:r>
              <a:rPr lang="pt-PT" sz="180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.:</a:t>
            </a:r>
            <a:r>
              <a:rPr lang="pt-PT" sz="1800" b="0" noProof="0" dirty="0">
                <a:solidFill>
                  <a:schemeClr val="accent2">
                    <a:lumMod val="75000"/>
                  </a:schemeClr>
                </a:solidFill>
                <a:latin typeface="Montserrat"/>
              </a:rPr>
              <a:t>  </a:t>
            </a:r>
            <a:r>
              <a:rPr lang="pt-PT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2026-10-30</a:t>
            </a:r>
            <a:endParaRPr lang="pt-PT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C0829E38-7530-CF6D-54CC-BE148A2E682C}"/>
              </a:ext>
            </a:extLst>
          </p:cNvPr>
          <p:cNvSpPr txBox="1">
            <a:spLocks/>
          </p:cNvSpPr>
          <p:nvPr/>
        </p:nvSpPr>
        <p:spPr>
          <a:xfrm>
            <a:off x="1494619" y="2195576"/>
            <a:ext cx="4979856" cy="105596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PT" sz="1800" noProof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PG AAIML 5ª edição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PT" sz="1800" noProof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Disciplina </a:t>
            </a: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AI 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C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Deployment</a:t>
            </a: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&amp; 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Monitoring</a:t>
            </a:r>
            <a:endParaRPr lang="pt-PT" sz="1800">
              <a:solidFill>
                <a:schemeClr val="tx1">
                  <a:lumMod val="75000"/>
                  <a:lumOff val="25000"/>
                </a:schemeClr>
              </a:solidFill>
              <a:latin typeface="Montserra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PT" sz="1800" noProof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Docentes: Prof. </a:t>
            </a: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+mj-ea"/>
                <a:cs typeface="+mj-cs"/>
              </a:rPr>
              <a:t>André Castro</a:t>
            </a:r>
          </a:p>
        </p:txBody>
      </p:sp>
      <p:pic>
        <p:nvPicPr>
          <p:cNvPr id="14338" name="Picture 2" descr="BLU Costa — Travel Cur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46648" y="2871285"/>
            <a:ext cx="5629275" cy="28098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77138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513A53-590A-39F4-5008-840B8DEC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11EE3E7-D92F-D4A0-4A1C-14E1824B32CA}"/>
              </a:ext>
            </a:extLst>
          </p:cNvPr>
          <p:cNvSpPr txBox="1"/>
          <p:nvPr/>
        </p:nvSpPr>
        <p:spPr>
          <a:xfrm>
            <a:off x="1800000" y="1800000"/>
            <a:ext cx="15840000" cy="11880175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  <a:highlight>
                  <a:srgbClr val="FFFF00"/>
                </a:highlight>
              </a:rPr>
              <a:t>Faz sentido incluir esta página com referência aos recursos de agentes para construção do código ?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Config</a:t>
            </a:r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/</a:t>
            </a:r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prompts</a:t>
            </a:r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/roteiro-visual-canva.txt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OBJETIVO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LEITURA DOS DADOS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COMPOSIÇÃO VISUAL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DISTRIBUIÇÃO E ENCAIXE DO TEXTO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IDENTIDADE VISUAL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IMAGENS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ORÇAMENTO E IDIOMA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USO DO CANVA E ENTREGA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pt-PT" dirty="0"/>
              <a:t>DADOS DA PROPOSTA (JSON)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./AGENTS.md</a:t>
            </a:r>
          </a:p>
          <a:p>
            <a:pPr lvl="1"/>
            <a:r>
              <a:rPr lang="pt-PT" b="1" dirty="0"/>
              <a:t>## Fontes de verdade</a:t>
            </a:r>
            <a:endParaRPr lang="pt-PT" dirty="0"/>
          </a:p>
          <a:p>
            <a:pPr lvl="1"/>
            <a:r>
              <a:rPr lang="pt-PT" dirty="0"/>
              <a:t>- [Arquitetura e âmbito](</a:t>
            </a:r>
            <a:r>
              <a:rPr lang="pt-PT" dirty="0" err="1"/>
              <a:t>docs</a:t>
            </a:r>
            <a:r>
              <a:rPr lang="pt-PT" dirty="0"/>
              <a:t>/ARCHITECTURE.md): entradas, responsabilidades e contratos.</a:t>
            </a:r>
          </a:p>
          <a:p>
            <a:pPr lvl="1"/>
            <a:r>
              <a:rPr lang="pt-PT" dirty="0"/>
              <a:t>- [README](README.md): instalação e comandos principais.</a:t>
            </a:r>
          </a:p>
          <a:p>
            <a:pPr lvl="1"/>
            <a:r>
              <a:rPr lang="pt-PT" dirty="0"/>
              <a:t>- [Dados e operações](</a:t>
            </a:r>
            <a:r>
              <a:rPr lang="pt-PT" dirty="0" err="1"/>
              <a:t>docs</a:t>
            </a:r>
            <a:r>
              <a:rPr lang="pt-PT" dirty="0"/>
              <a:t>/DATA_PIPELINE.md): ETL, automação, CI e recuperação.</a:t>
            </a:r>
          </a:p>
          <a:p>
            <a:pPr lvl="1"/>
            <a:r>
              <a:rPr lang="pt-PT" dirty="0"/>
              <a:t>- [Portal](</a:t>
            </a:r>
            <a:r>
              <a:rPr lang="pt-PT" dirty="0" err="1"/>
              <a:t>docs</a:t>
            </a:r>
            <a:r>
              <a:rPr lang="pt-PT" dirty="0"/>
              <a:t>/PORTAL.md): funcionalidades, exportação e execução.</a:t>
            </a:r>
          </a:p>
          <a:p>
            <a:pPr lvl="1"/>
            <a:r>
              <a:rPr lang="pt-PT" dirty="0"/>
              <a:t>- [Decisões](</a:t>
            </a:r>
            <a:r>
              <a:rPr lang="pt-PT" dirty="0" err="1"/>
              <a:t>docs</a:t>
            </a:r>
            <a:r>
              <a:rPr lang="pt-PT" dirty="0"/>
              <a:t>/DECISIONS.md): histórico datado; confirmar o estado no código.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`</a:t>
            </a:r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dmc-workspace</a:t>
            </a:r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/AGENTS.md`</a:t>
            </a:r>
          </a:p>
          <a:p>
            <a:r>
              <a:rPr lang="pt-PT" dirty="0"/>
              <a:t>	...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./PLAN.md</a:t>
            </a:r>
          </a:p>
          <a:p>
            <a:r>
              <a:rPr lang="pt-PT" sz="2000" b="1" dirty="0"/>
              <a:t>	</a:t>
            </a:r>
            <a:r>
              <a:rPr lang="pt-PT" sz="2000" dirty="0"/>
              <a:t>Com histórico de revisões e correções</a:t>
            </a:r>
          </a:p>
          <a:p>
            <a:pPr marL="0" lvl="1"/>
            <a:endParaRPr lang="pt-PT" dirty="0"/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./Dashboard/README.md</a:t>
            </a:r>
          </a:p>
          <a:p>
            <a:r>
              <a:rPr lang="pt-PT" b="1" dirty="0"/>
              <a:t>	# Cartografia do </a:t>
            </a:r>
            <a:r>
              <a:rPr lang="pt-PT" b="1" dirty="0" err="1"/>
              <a:t>dashboard</a:t>
            </a:r>
            <a:endParaRPr lang="pt-PT" dirty="0"/>
          </a:p>
          <a:p>
            <a:pPr lvl="1"/>
            <a:r>
              <a:rPr lang="pt-PT" dirty="0"/>
              <a:t>`</a:t>
            </a:r>
            <a:r>
              <a:rPr lang="pt-PT" dirty="0" err="1"/>
              <a:t>region.geojson</a:t>
            </a:r>
            <a:r>
              <a:rPr lang="pt-PT" dirty="0"/>
              <a:t>` contém contornos da Europa e do norte de África extraídos de Natural </a:t>
            </a:r>
            <a:r>
              <a:rPr lang="pt-PT" dirty="0" err="1"/>
              <a:t>Earth</a:t>
            </a:r>
            <a:r>
              <a:rPr lang="pt-PT" dirty="0"/>
              <a:t>, escala 1:50m, camada `admin_0_countries`.</a:t>
            </a:r>
          </a:p>
          <a:p>
            <a:pPr lvl="1"/>
            <a:r>
              <a:rPr lang="pt-PT" dirty="0"/>
              <a:t>São apresentados localmente como contexto, sem serviços de mosaicos ou pedidos cartográficos externos no navegador. Não constituem cartografia de navegação.</a:t>
            </a:r>
          </a:p>
          <a:p>
            <a:pPr lvl="1"/>
            <a:endParaRPr lang="pt-PT" dirty="0"/>
          </a:p>
          <a:p>
            <a:pPr lvl="1"/>
            <a:r>
              <a:rPr lang="pt-PT" dirty="0"/>
              <a:t>Fonte: [Natural </a:t>
            </a:r>
            <a:r>
              <a:rPr lang="pt-PT" dirty="0" err="1"/>
              <a:t>Earth</a:t>
            </a:r>
            <a:r>
              <a:rPr lang="pt-PT" dirty="0"/>
              <a:t>, repositório de dados](https://github.com/nvkelso/natural-earth-vector/blob/master/geojson/ne_50m_admin_0_countries.geojson).</a:t>
            </a:r>
          </a:p>
          <a:p>
            <a:pPr lvl="1"/>
            <a:r>
              <a:rPr lang="pt-PT" dirty="0"/>
              <a:t>Dados de [domínio público](https://www.naturalearthdata.com/about/terms-of-use/).</a:t>
            </a:r>
          </a:p>
          <a:p>
            <a:pPr lvl="1"/>
            <a:r>
              <a:rPr lang="pt-PT" dirty="0"/>
              <a:t>Obtidos em 2026-10-16; propriedades reduzidas ao nome do país, sem simplificar as coordenadas. Polígonos distantes ficam fora deste enquadramento regional. O mapa usa a área disponível, permite deslocação e inclui controlos de zoom e reposição da vista.</a:t>
            </a:r>
          </a:p>
          <a:p>
            <a:pPr lvl="1"/>
            <a:endParaRPr lang="pt-PT" dirty="0"/>
          </a:p>
          <a:p>
            <a:pPr lvl="1"/>
            <a:r>
              <a:rPr lang="pt-PT" dirty="0"/>
              <a:t>A vista usa projeção Mercator em eixos com escala geográfica proporcional, altura de 420 </a:t>
            </a:r>
            <a:r>
              <a:rPr lang="pt-PT" dirty="0" err="1"/>
              <a:t>px</a:t>
            </a:r>
            <a:r>
              <a:rPr lang="pt-PT" dirty="0"/>
              <a:t> e largura adaptável ao cartão, evitando bandas laterais.</a:t>
            </a:r>
          </a:p>
          <a:p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  <a:p>
            <a:r>
              <a:rPr lang="pt-PT" sz="2000" b="1" dirty="0">
                <a:solidFill>
                  <a:schemeClr val="bg2">
                    <a:lumMod val="49000"/>
                  </a:schemeClr>
                </a:solidFill>
              </a:rPr>
              <a:t>Plugin ligação </a:t>
            </a:r>
            <a:r>
              <a:rPr lang="pt-PT" sz="2000" b="1" dirty="0" err="1">
                <a:solidFill>
                  <a:schemeClr val="bg2">
                    <a:lumMod val="49000"/>
                  </a:schemeClr>
                </a:solidFill>
              </a:rPr>
              <a:t>canva</a:t>
            </a:r>
            <a:r>
              <a:rPr lang="pt-PT" sz="2000" b="1">
                <a:solidFill>
                  <a:schemeClr val="bg2">
                    <a:lumMod val="49000"/>
                  </a:schemeClr>
                </a:solidFill>
              </a:rPr>
              <a:t> - README.md</a:t>
            </a:r>
            <a:endParaRPr lang="pt-PT" sz="2000" b="1" dirty="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xmlns="" id="{DDF064DD-C47C-1D4C-1EA6-5D3861EA0D4D}"/>
              </a:ext>
            </a:extLst>
          </p:cNvPr>
          <p:cNvSpPr txBox="1">
            <a:spLocks noChangeAspect="1"/>
          </p:cNvSpPr>
          <p:nvPr/>
        </p:nvSpPr>
        <p:spPr>
          <a:xfrm>
            <a:off x="1260000" y="900000"/>
            <a:ext cx="11945959" cy="65537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200" b="1" dirty="0">
                <a:solidFill>
                  <a:schemeClr val="bg2">
                    <a:lumMod val="25000"/>
                  </a:schemeClr>
                </a:solidFill>
                <a:latin typeface="Montserrat Bold"/>
                <a:sym typeface="Montserrat Ultra-Bold"/>
              </a:rPr>
              <a:t>Anexo. </a:t>
            </a:r>
            <a:r>
              <a:rPr lang="pt-PT" sz="3200" dirty="0">
                <a:solidFill>
                  <a:schemeClr val="bg2">
                    <a:lumMod val="25000"/>
                  </a:schemeClr>
                </a:solidFill>
                <a:latin typeface="Calibri (Body)"/>
                <a:sym typeface="Montserrat Ultra-Bold"/>
              </a:rPr>
              <a:t>Informação Técnica - </a:t>
            </a:r>
            <a:r>
              <a:rPr lang="pt-PT" sz="3200" dirty="0">
                <a:solidFill>
                  <a:srgbClr val="FF0000"/>
                </a:solidFill>
                <a:latin typeface="Calibri (Body)"/>
                <a:sym typeface="Montserrat Ultra-Bold"/>
              </a:rPr>
              <a:t>WIP</a:t>
            </a:r>
            <a:endParaRPr lang="pt" sz="3200" dirty="0">
              <a:solidFill>
                <a:srgbClr val="FF0000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861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0F5C303-1921-FFC7-6DDB-2EBF60E0DFD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40769" y="1932823"/>
            <a:ext cx="2457450" cy="213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6162" y="2213809"/>
            <a:ext cx="1904349" cy="796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FB532DB0A73943BFEC55102B5CB681" ma:contentTypeVersion="3" ma:contentTypeDescription="Create a new document." ma:contentTypeScope="" ma:versionID="f7a6c07d5d9712e345e4b46650eb3d3b">
  <xsd:schema xmlns:xsd="http://www.w3.org/2001/XMLSchema" xmlns:xs="http://www.w3.org/2001/XMLSchema" xmlns:p="http://schemas.microsoft.com/office/2006/metadata/properties" xmlns:ns2="1f043d64-c4ec-4b29-aebb-ef31d4f1ea66" targetNamespace="http://schemas.microsoft.com/office/2006/metadata/properties" ma:root="true" ma:fieldsID="0216ee216eab6f7c0df00a8a849bb605" ns2:_="">
    <xsd:import namespace="1f043d64-c4ec-4b29-aebb-ef31d4f1ea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43d64-c4ec-4b29-aebb-ef31d4f1ea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4A6435-C5FC-4FC7-8AB0-430A57285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043d64-c4ec-4b29-aebb-ef31d4f1ea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24C3C0-96E0-41C9-8906-447D238E0E5D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5cf40d0f-7a18-46c0-ba63-42770fe472e5"/>
    <ds:schemaRef ds:uri="http://schemas.openxmlformats.org/package/2006/metadata/core-properties"/>
    <ds:schemaRef ds:uri="http://purl.org/dc/dcmitype/"/>
    <ds:schemaRef ds:uri="2dfbe213-313c-4969-be90-0de2af9ae41a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2D482EF-A964-43BB-B487-6E228BB496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1112</Words>
  <Application>Microsoft Office PowerPoint</Application>
  <PresentationFormat>Custom</PresentationFormat>
  <Paragraphs>372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Montserrat Bold</vt:lpstr>
      <vt:lpstr>Montaser Arabic Medium</vt:lpstr>
      <vt:lpstr>Montserrat</vt:lpstr>
      <vt:lpstr>Baskerville Old Face</vt:lpstr>
      <vt:lpstr>Calibri</vt:lpstr>
      <vt:lpstr>Montserrat Ultra-Bold</vt:lpstr>
      <vt:lpstr>Calibri (Body)</vt:lpstr>
      <vt:lpstr>Wingdings</vt:lpstr>
      <vt:lpstr>Courier New</vt:lpstr>
      <vt:lpstr>Aptos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POSTGRADUATION IN APPLIED ARTIFICIAL INTELLIGENCE &amp; MACHINE LEARNING</dc:title>
  <dc:creator>Pedro Carreiro</dc:creator>
  <cp:lastModifiedBy>Fernando</cp:lastModifiedBy>
  <cp:revision>187</cp:revision>
  <cp:lastPrinted>2025-12-16T08:30:27Z</cp:lastPrinted>
  <dcterms:created xsi:type="dcterms:W3CDTF">2006-08-16T00:00:00Z</dcterms:created>
  <dcterms:modified xsi:type="dcterms:W3CDTF">2026-10-19T15:51:08Z</dcterms:modified>
  <dc:identifier>DAG5EeUNIik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0x01010007FB532DB0A73943BFEC55102B5CB681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SIP_Label_f127425e-59da-41ed-9745-ddd5173ab2f7_Enabled">
    <vt:lpwstr>true</vt:lpwstr>
  </property>
  <property fmtid="{D5CDD505-2E9C-101B-9397-08002B2CF9AE}" pid="11" name="MSIP_Label_f127425e-59da-41ed-9745-ddd5173ab2f7_SetDate">
    <vt:lpwstr>2026-08-09T09:12:29Z</vt:lpwstr>
  </property>
  <property fmtid="{D5CDD505-2E9C-101B-9397-08002B2CF9AE}" pid="12" name="MSIP_Label_f127425e-59da-41ed-9745-ddd5173ab2f7_Method">
    <vt:lpwstr>Privileged</vt:lpwstr>
  </property>
  <property fmtid="{D5CDD505-2E9C-101B-9397-08002B2CF9AE}" pid="13" name="MSIP_Label_f127425e-59da-41ed-9745-ddd5173ab2f7_Name">
    <vt:lpwstr>f127425e-59da-41ed-9745-ddd5173ab2f7</vt:lpwstr>
  </property>
  <property fmtid="{D5CDD505-2E9C-101B-9397-08002B2CF9AE}" pid="14" name="MSIP_Label_f127425e-59da-41ed-9745-ddd5173ab2f7_SiteId">
    <vt:lpwstr>0f172980-1261-4323-ab7a-c89b472843d7</vt:lpwstr>
  </property>
  <property fmtid="{D5CDD505-2E9C-101B-9397-08002B2CF9AE}" pid="15" name="MSIP_Label_f127425e-59da-41ed-9745-ddd5173ab2f7_ActionId">
    <vt:lpwstr>4e054f64-2647-4ba0-b18a-dd165ddd473e</vt:lpwstr>
  </property>
  <property fmtid="{D5CDD505-2E9C-101B-9397-08002B2CF9AE}" pid="16" name="MSIP_Label_f127425e-59da-41ed-9745-ddd5173ab2f7_ContentBits">
    <vt:lpwstr>0</vt:lpwstr>
  </property>
  <property fmtid="{D5CDD505-2E9C-101B-9397-08002B2CF9AE}" pid="17" name="MSIP_Label_f127425e-59da-41ed-9745-ddd5173ab2f7_Tag">
    <vt:lpwstr>10, 0, 1, 1</vt:lpwstr>
  </property>
</Properties>
</file>